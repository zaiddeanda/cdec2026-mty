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</p:sldIdLst>
  <p:sldSz cy="10287000" cx="18288000"/>
  <p:notesSz cx="6858000" cy="9144000"/>
  <p:embeddedFontLst>
    <p:embeddedFont>
      <p:font typeface="Roboto"/>
      <p:regular r:id="rId29"/>
      <p:bold r:id="rId30"/>
      <p:italic r:id="rId31"/>
      <p:boldItalic r:id="rId32"/>
    </p:embeddedFont>
    <p:embeddedFont>
      <p:font typeface="Karla Light"/>
      <p:regular r:id="rId33"/>
      <p:bold r:id="rId34"/>
      <p:italic r:id="rId35"/>
      <p:boldItalic r:id="rId36"/>
    </p:embeddedFont>
    <p:embeddedFont>
      <p:font typeface="Karla SemiBold"/>
      <p:regular r:id="rId37"/>
      <p:bold r:id="rId38"/>
      <p:italic r:id="rId39"/>
      <p:boldItalic r:id="rId40"/>
    </p:embeddedFont>
    <p:embeddedFont>
      <p:font typeface="Poppins"/>
      <p:regular r:id="rId41"/>
      <p:bold r:id="rId42"/>
      <p:italic r:id="rId43"/>
      <p:boldItalic r:id="rId44"/>
    </p:embeddedFont>
    <p:embeddedFont>
      <p:font typeface="Google Sans"/>
      <p:regular r:id="rId45"/>
      <p:bold r:id="rId46"/>
      <p:italic r:id="rId47"/>
      <p:boldItalic r:id="rId48"/>
    </p:embeddedFont>
    <p:embeddedFont>
      <p:font typeface="Encode Sans Semi Condensed"/>
      <p:regular r:id="rId49"/>
      <p:bold r:id="rId50"/>
    </p:embeddedFont>
    <p:embeddedFont>
      <p:font typeface="Roboto Light"/>
      <p:regular r:id="rId51"/>
      <p:bold r:id="rId52"/>
      <p:italic r:id="rId53"/>
      <p:boldItalic r:id="rId54"/>
    </p:embeddedFont>
    <p:embeddedFont>
      <p:font typeface="Encode Sans Semi Condensed Black"/>
      <p:bold r:id="rId55"/>
    </p:embeddedFont>
    <p:embeddedFont>
      <p:font typeface="Karla"/>
      <p:regular r:id="rId56"/>
      <p:bold r:id="rId57"/>
      <p:italic r:id="rId58"/>
      <p:boldItalic r:id="rId5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KarlaSemiBold-boldItalic.fntdata"/><Relationship Id="rId42" Type="http://schemas.openxmlformats.org/officeDocument/2006/relationships/font" Target="fonts/Poppins-bold.fntdata"/><Relationship Id="rId41" Type="http://schemas.openxmlformats.org/officeDocument/2006/relationships/font" Target="fonts/Poppins-regular.fntdata"/><Relationship Id="rId44" Type="http://schemas.openxmlformats.org/officeDocument/2006/relationships/font" Target="fonts/Poppins-boldItalic.fntdata"/><Relationship Id="rId43" Type="http://schemas.openxmlformats.org/officeDocument/2006/relationships/font" Target="fonts/Poppins-italic.fntdata"/><Relationship Id="rId46" Type="http://schemas.openxmlformats.org/officeDocument/2006/relationships/font" Target="fonts/GoogleSans-bold.fntdata"/><Relationship Id="rId45" Type="http://schemas.openxmlformats.org/officeDocument/2006/relationships/font" Target="fonts/GoogleSans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font" Target="fonts/GoogleSans-boldItalic.fntdata"/><Relationship Id="rId47" Type="http://schemas.openxmlformats.org/officeDocument/2006/relationships/font" Target="fonts/GoogleSans-italic.fntdata"/><Relationship Id="rId49" Type="http://schemas.openxmlformats.org/officeDocument/2006/relationships/font" Target="fonts/EncodeSansSemiCondensed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Roboto-italic.fntdata"/><Relationship Id="rId30" Type="http://schemas.openxmlformats.org/officeDocument/2006/relationships/font" Target="fonts/Roboto-bold.fntdata"/><Relationship Id="rId33" Type="http://schemas.openxmlformats.org/officeDocument/2006/relationships/font" Target="fonts/KarlaLight-regular.fntdata"/><Relationship Id="rId32" Type="http://schemas.openxmlformats.org/officeDocument/2006/relationships/font" Target="fonts/Roboto-boldItalic.fntdata"/><Relationship Id="rId35" Type="http://schemas.openxmlformats.org/officeDocument/2006/relationships/font" Target="fonts/KarlaLight-italic.fntdata"/><Relationship Id="rId34" Type="http://schemas.openxmlformats.org/officeDocument/2006/relationships/font" Target="fonts/KarlaLight-bold.fntdata"/><Relationship Id="rId37" Type="http://schemas.openxmlformats.org/officeDocument/2006/relationships/font" Target="fonts/KarlaSemiBold-regular.fntdata"/><Relationship Id="rId36" Type="http://schemas.openxmlformats.org/officeDocument/2006/relationships/font" Target="fonts/KarlaLight-boldItalic.fntdata"/><Relationship Id="rId39" Type="http://schemas.openxmlformats.org/officeDocument/2006/relationships/font" Target="fonts/KarlaSemiBold-italic.fntdata"/><Relationship Id="rId38" Type="http://schemas.openxmlformats.org/officeDocument/2006/relationships/font" Target="fonts/KarlaSemiBold-bold.fntdata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font" Target="fonts/Roboto-regular.fntdata"/><Relationship Id="rId51" Type="http://schemas.openxmlformats.org/officeDocument/2006/relationships/font" Target="fonts/RobotoLight-regular.fntdata"/><Relationship Id="rId50" Type="http://schemas.openxmlformats.org/officeDocument/2006/relationships/font" Target="fonts/EncodeSansSemiCondensed-bold.fntdata"/><Relationship Id="rId53" Type="http://schemas.openxmlformats.org/officeDocument/2006/relationships/font" Target="fonts/RobotoLight-italic.fntdata"/><Relationship Id="rId52" Type="http://schemas.openxmlformats.org/officeDocument/2006/relationships/font" Target="fonts/RobotoLight-bold.fntdata"/><Relationship Id="rId11" Type="http://schemas.openxmlformats.org/officeDocument/2006/relationships/slide" Target="slides/slide7.xml"/><Relationship Id="rId55" Type="http://schemas.openxmlformats.org/officeDocument/2006/relationships/font" Target="fonts/EncodeSansSemiCondensedBlack-bold.fntdata"/><Relationship Id="rId10" Type="http://schemas.openxmlformats.org/officeDocument/2006/relationships/slide" Target="slides/slide6.xml"/><Relationship Id="rId54" Type="http://schemas.openxmlformats.org/officeDocument/2006/relationships/font" Target="fonts/RobotoLight-boldItalic.fntdata"/><Relationship Id="rId13" Type="http://schemas.openxmlformats.org/officeDocument/2006/relationships/slide" Target="slides/slide9.xml"/><Relationship Id="rId57" Type="http://schemas.openxmlformats.org/officeDocument/2006/relationships/font" Target="fonts/Karla-bold.fntdata"/><Relationship Id="rId12" Type="http://schemas.openxmlformats.org/officeDocument/2006/relationships/slide" Target="slides/slide8.xml"/><Relationship Id="rId56" Type="http://schemas.openxmlformats.org/officeDocument/2006/relationships/font" Target="fonts/Karla-regular.fntdata"/><Relationship Id="rId15" Type="http://schemas.openxmlformats.org/officeDocument/2006/relationships/slide" Target="slides/slide11.xml"/><Relationship Id="rId59" Type="http://schemas.openxmlformats.org/officeDocument/2006/relationships/font" Target="fonts/Karla-boldItalic.fntdata"/><Relationship Id="rId14" Type="http://schemas.openxmlformats.org/officeDocument/2006/relationships/slide" Target="slides/slide10.xml"/><Relationship Id="rId58" Type="http://schemas.openxmlformats.org/officeDocument/2006/relationships/font" Target="fonts/Karla-italic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5f391192_0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5f391192_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ada8e77b72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ada8e77b7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ad7eb69152_0_3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ad7eb69152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aa85139bda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2aa85139bd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aa85139bda_0_3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aa85139bda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ada8e78049_0_3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ada8e78049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ada8e78049_0_4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2ada8e78049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ada8e78049_0_5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2ada8e78049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aa85139bda_0_40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2aa85139bda_0_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aa85139bda_0_42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aa85139bda_0_4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ada8e78049_0_6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ada8e78049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ada8e78049_0_7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2ada8e78049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ada8e78049_0_9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2ada8e78049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ada8e78049_0_11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2ada8e78049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ada8e78049_0_12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2ada8e78049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ada8e78049_0_13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2ada8e78049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2ada8e78049_0_13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2ada8e78049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28e995d482c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28e995d482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2ada8e78049_0_14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2ada8e78049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2ada8e78049_0_15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2ada8e78049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2ada8e78049_0_16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2ada8e78049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2ada8e78049_0_17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2ada8e78049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2ada8e78049_0_18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2ada8e78049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15d489fd8f1_0_8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15d489fd8f1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28" y="-8"/>
            <a:ext cx="18325909" cy="10297032"/>
          </a:xfrm>
          <a:custGeom>
            <a:rect b="b" l="l" r="r" t="t"/>
            <a:pathLst>
              <a:path extrusionOk="0" h="2258121" w="4014438">
                <a:moveTo>
                  <a:pt x="3432199" y="0"/>
                </a:moveTo>
                <a:cubicBezTo>
                  <a:pt x="3485662" y="101239"/>
                  <a:pt x="3541529" y="221045"/>
                  <a:pt x="3606618" y="360589"/>
                </a:cubicBezTo>
                <a:cubicBezTo>
                  <a:pt x="3810894" y="798685"/>
                  <a:pt x="3924532" y="1042395"/>
                  <a:pt x="3839685" y="1275525"/>
                </a:cubicBezTo>
                <a:cubicBezTo>
                  <a:pt x="3754838" y="1508656"/>
                  <a:pt x="3511128" y="1622293"/>
                  <a:pt x="3073032" y="1826591"/>
                </a:cubicBezTo>
                <a:cubicBezTo>
                  <a:pt x="2634936" y="2030888"/>
                  <a:pt x="2391226" y="2144401"/>
                  <a:pt x="2158096" y="2059658"/>
                </a:cubicBezTo>
                <a:cubicBezTo>
                  <a:pt x="1924966" y="1974916"/>
                  <a:pt x="1811306" y="1731101"/>
                  <a:pt x="1607030" y="1293005"/>
                </a:cubicBezTo>
                <a:cubicBezTo>
                  <a:pt x="1402754" y="854908"/>
                  <a:pt x="1289095" y="611199"/>
                  <a:pt x="1373942" y="378068"/>
                </a:cubicBezTo>
                <a:cubicBezTo>
                  <a:pt x="1432005" y="218536"/>
                  <a:pt x="1564481" y="114955"/>
                  <a:pt x="1782682" y="0"/>
                </a:cubicBezTo>
                <a:lnTo>
                  <a:pt x="0" y="0"/>
                </a:lnTo>
                <a:lnTo>
                  <a:pt x="0" y="2258122"/>
                </a:lnTo>
                <a:lnTo>
                  <a:pt x="4014439" y="2258122"/>
                </a:lnTo>
                <a:lnTo>
                  <a:pt x="4014439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2"/>
          <p:cNvSpPr/>
          <p:nvPr/>
        </p:nvSpPr>
        <p:spPr>
          <a:xfrm rot="-1181051">
            <a:off x="7225654" y="-1322887"/>
            <a:ext cx="10485115" cy="10484704"/>
          </a:xfrm>
          <a:custGeom>
            <a:rect b="b" l="l" r="r" t="t"/>
            <a:pathLst>
              <a:path extrusionOk="0" h="1376850" w="1376904">
                <a:moveTo>
                  <a:pt x="942939" y="1234196"/>
                </a:moveTo>
                <a:cubicBezTo>
                  <a:pt x="1182091" y="1122691"/>
                  <a:pt x="1315111" y="1060655"/>
                  <a:pt x="1361424" y="933406"/>
                </a:cubicBezTo>
                <a:cubicBezTo>
                  <a:pt x="1407736" y="806157"/>
                  <a:pt x="1345722" y="673115"/>
                  <a:pt x="1234195" y="433964"/>
                </a:cubicBezTo>
                <a:cubicBezTo>
                  <a:pt x="1122669" y="194812"/>
                  <a:pt x="1060654" y="61792"/>
                  <a:pt x="933405" y="15479"/>
                </a:cubicBezTo>
                <a:cubicBezTo>
                  <a:pt x="806156" y="-30833"/>
                  <a:pt x="673115" y="31202"/>
                  <a:pt x="433963" y="142645"/>
                </a:cubicBezTo>
                <a:cubicBezTo>
                  <a:pt x="194811" y="254087"/>
                  <a:pt x="61791" y="316186"/>
                  <a:pt x="15478" y="443456"/>
                </a:cubicBezTo>
                <a:cubicBezTo>
                  <a:pt x="-30834" y="570726"/>
                  <a:pt x="31202" y="703746"/>
                  <a:pt x="142707" y="942877"/>
                </a:cubicBezTo>
                <a:cubicBezTo>
                  <a:pt x="254212" y="1182008"/>
                  <a:pt x="316248" y="1315049"/>
                  <a:pt x="443518" y="1361362"/>
                </a:cubicBezTo>
                <a:cubicBezTo>
                  <a:pt x="570788" y="1407674"/>
                  <a:pt x="703808" y="1345722"/>
                  <a:pt x="942939" y="1234196"/>
                </a:cubicBezTo>
                <a:close/>
              </a:path>
            </a:pathLst>
          </a:cu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00" lIns="182850" spcFirstLastPara="1" rIns="182850" wrap="square" tIns="91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1828800" y="5567350"/>
            <a:ext cx="10793400" cy="2883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l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l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l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l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l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l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l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l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">
  <p:cSld name="TITLE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oogle Shape;14;p3"/>
          <p:cNvGrpSpPr/>
          <p:nvPr/>
        </p:nvGrpSpPr>
        <p:grpSpPr>
          <a:xfrm>
            <a:off x="-170" y="2865"/>
            <a:ext cx="18288174" cy="10287096"/>
            <a:chOff x="32524" y="4599878"/>
            <a:chExt cx="4014438" cy="2258121"/>
          </a:xfrm>
        </p:grpSpPr>
        <p:sp>
          <p:nvSpPr>
            <p:cNvPr id="15" name="Google Shape;15;p3"/>
            <p:cNvSpPr/>
            <p:nvPr/>
          </p:nvSpPr>
          <p:spPr>
            <a:xfrm>
              <a:off x="32524" y="6104602"/>
              <a:ext cx="384717" cy="753397"/>
            </a:xfrm>
            <a:custGeom>
              <a:rect b="b" l="l" r="r" t="t"/>
              <a:pathLst>
                <a:path extrusionOk="0" h="753397" w="384717">
                  <a:moveTo>
                    <a:pt x="98270" y="213079"/>
                  </a:moveTo>
                  <a:cubicBezTo>
                    <a:pt x="62307" y="136115"/>
                    <a:pt x="29376" y="65507"/>
                    <a:pt x="0" y="0"/>
                  </a:cubicBezTo>
                  <a:lnTo>
                    <a:pt x="0" y="753397"/>
                  </a:lnTo>
                  <a:lnTo>
                    <a:pt x="384717" y="753397"/>
                  </a:lnTo>
                  <a:cubicBezTo>
                    <a:pt x="292469" y="629640"/>
                    <a:pt x="209462" y="451666"/>
                    <a:pt x="98270" y="21307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00" lIns="182850" spcFirstLastPara="1" rIns="182850" wrap="square" tIns="914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6;p3"/>
            <p:cNvSpPr/>
            <p:nvPr/>
          </p:nvSpPr>
          <p:spPr>
            <a:xfrm>
              <a:off x="32524" y="4599878"/>
              <a:ext cx="4014438" cy="2258121"/>
            </a:xfrm>
            <a:custGeom>
              <a:rect b="b" l="l" r="r" t="t"/>
              <a:pathLst>
                <a:path extrusionOk="0" h="2258121" w="4014438">
                  <a:moveTo>
                    <a:pt x="0" y="0"/>
                  </a:moveTo>
                  <a:lnTo>
                    <a:pt x="0" y="663951"/>
                  </a:lnTo>
                  <a:cubicBezTo>
                    <a:pt x="122942" y="548013"/>
                    <a:pt x="321322" y="455472"/>
                    <a:pt x="605950" y="322744"/>
                  </a:cubicBezTo>
                  <a:cubicBezTo>
                    <a:pt x="1022867" y="128295"/>
                    <a:pt x="1254763" y="20197"/>
                    <a:pt x="1476624" y="100946"/>
                  </a:cubicBezTo>
                  <a:cubicBezTo>
                    <a:pt x="1698484" y="181695"/>
                    <a:pt x="1806602" y="413613"/>
                    <a:pt x="2000947" y="830508"/>
                  </a:cubicBezTo>
                  <a:cubicBezTo>
                    <a:pt x="2195292" y="1247404"/>
                    <a:pt x="2303493" y="1479321"/>
                    <a:pt x="2222745" y="1701161"/>
                  </a:cubicBezTo>
                  <a:cubicBezTo>
                    <a:pt x="2141996" y="1923000"/>
                    <a:pt x="1910099" y="2031160"/>
                    <a:pt x="1493204" y="2225567"/>
                  </a:cubicBezTo>
                  <a:lnTo>
                    <a:pt x="1423370" y="2258122"/>
                  </a:lnTo>
                  <a:lnTo>
                    <a:pt x="4014439" y="2258122"/>
                  </a:lnTo>
                  <a:lnTo>
                    <a:pt x="401443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00" lIns="182850" spcFirstLastPara="1" rIns="182850" wrap="square" tIns="914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" name="Google Shape;17;p3"/>
          <p:cNvSpPr txBox="1"/>
          <p:nvPr>
            <p:ph type="ctrTitle"/>
          </p:nvPr>
        </p:nvSpPr>
        <p:spPr>
          <a:xfrm>
            <a:off x="6845950" y="5436950"/>
            <a:ext cx="10070400" cy="2319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18" name="Google Shape;18;p3"/>
          <p:cNvSpPr txBox="1"/>
          <p:nvPr>
            <p:ph idx="1" type="subTitle"/>
          </p:nvPr>
        </p:nvSpPr>
        <p:spPr>
          <a:xfrm>
            <a:off x="6845950" y="7766350"/>
            <a:ext cx="10070400" cy="68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2pPr>
            <a:lvl3pPr lvl="2" rtl="0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3pPr>
            <a:lvl4pPr lvl="3" rtl="0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4pPr>
            <a:lvl5pPr lvl="4" rtl="0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5pPr>
            <a:lvl6pPr lvl="5" rtl="0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6pPr>
            <a:lvl7pPr lvl="6" rtl="0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7pPr>
            <a:lvl8pPr lvl="7" rtl="0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8pPr>
            <a:lvl9pPr lvl="8" rtl="0"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-49065" y="-22"/>
            <a:ext cx="18386126" cy="10297032"/>
          </a:xfrm>
          <a:custGeom>
            <a:rect b="b" l="l" r="r" t="t"/>
            <a:pathLst>
              <a:path extrusionOk="0" h="2258121" w="4014438">
                <a:moveTo>
                  <a:pt x="0" y="0"/>
                </a:moveTo>
                <a:lnTo>
                  <a:pt x="0" y="2258122"/>
                </a:lnTo>
                <a:lnTo>
                  <a:pt x="1342328" y="2258122"/>
                </a:lnTo>
                <a:cubicBezTo>
                  <a:pt x="1250100" y="2134365"/>
                  <a:pt x="1167094" y="1956391"/>
                  <a:pt x="1055881" y="1717804"/>
                </a:cubicBezTo>
                <a:cubicBezTo>
                  <a:pt x="861432" y="1300908"/>
                  <a:pt x="753335" y="1068991"/>
                  <a:pt x="834083" y="847151"/>
                </a:cubicBezTo>
                <a:cubicBezTo>
                  <a:pt x="914832" y="625312"/>
                  <a:pt x="1146729" y="517152"/>
                  <a:pt x="1563624" y="322744"/>
                </a:cubicBezTo>
                <a:cubicBezTo>
                  <a:pt x="1980519" y="128337"/>
                  <a:pt x="2212437" y="20198"/>
                  <a:pt x="2434297" y="100946"/>
                </a:cubicBezTo>
                <a:cubicBezTo>
                  <a:pt x="2656158" y="181695"/>
                  <a:pt x="2764276" y="413613"/>
                  <a:pt x="2958684" y="830508"/>
                </a:cubicBezTo>
                <a:cubicBezTo>
                  <a:pt x="3153091" y="1247403"/>
                  <a:pt x="3261230" y="1479321"/>
                  <a:pt x="3180481" y="1701160"/>
                </a:cubicBezTo>
                <a:cubicBezTo>
                  <a:pt x="3099732" y="1923000"/>
                  <a:pt x="2867836" y="2031160"/>
                  <a:pt x="2450940" y="2225567"/>
                </a:cubicBezTo>
                <a:lnTo>
                  <a:pt x="2380981" y="2258122"/>
                </a:lnTo>
                <a:lnTo>
                  <a:pt x="4014439" y="2258122"/>
                </a:lnTo>
                <a:lnTo>
                  <a:pt x="4014439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2153400" y="4323600"/>
            <a:ext cx="13981200" cy="1639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584200" lvl="0" marL="457200" rtl="0" algn="ctr">
              <a:spcBef>
                <a:spcPts val="0"/>
              </a:spcBef>
              <a:spcAft>
                <a:spcPts val="0"/>
              </a:spcAft>
              <a:buSzPts val="5600"/>
              <a:buFont typeface="Karla SemiBold"/>
              <a:buChar char="▪"/>
              <a:defRPr sz="5600">
                <a:latin typeface="Karla SemiBold"/>
                <a:ea typeface="Karla SemiBold"/>
                <a:cs typeface="Karla SemiBold"/>
                <a:sym typeface="Karla SemiBold"/>
              </a:defRPr>
            </a:lvl1pPr>
            <a:lvl2pPr indent="-584200" lvl="1" marL="914400" rtl="0" algn="ctr">
              <a:spcBef>
                <a:spcPts val="1200"/>
              </a:spcBef>
              <a:spcAft>
                <a:spcPts val="0"/>
              </a:spcAft>
              <a:buSzPts val="5600"/>
              <a:buFont typeface="Karla SemiBold"/>
              <a:buChar char="▫"/>
              <a:defRPr sz="5600">
                <a:latin typeface="Karla SemiBold"/>
                <a:ea typeface="Karla SemiBold"/>
                <a:cs typeface="Karla SemiBold"/>
                <a:sym typeface="Karla SemiBold"/>
              </a:defRPr>
            </a:lvl2pPr>
            <a:lvl3pPr indent="-584200" lvl="2" marL="1371600" rtl="0" algn="ctr">
              <a:spcBef>
                <a:spcPts val="1200"/>
              </a:spcBef>
              <a:spcAft>
                <a:spcPts val="0"/>
              </a:spcAft>
              <a:buSzPts val="5600"/>
              <a:buFont typeface="Karla SemiBold"/>
              <a:buChar char="▫"/>
              <a:defRPr sz="5600">
                <a:latin typeface="Karla SemiBold"/>
                <a:ea typeface="Karla SemiBold"/>
                <a:cs typeface="Karla SemiBold"/>
                <a:sym typeface="Karla SemiBold"/>
              </a:defRPr>
            </a:lvl3pPr>
            <a:lvl4pPr indent="-584200" lvl="3" marL="1828800" rtl="0" algn="ctr">
              <a:spcBef>
                <a:spcPts val="1200"/>
              </a:spcBef>
              <a:spcAft>
                <a:spcPts val="0"/>
              </a:spcAft>
              <a:buSzPts val="5600"/>
              <a:buFont typeface="Karla SemiBold"/>
              <a:buChar char="▫"/>
              <a:defRPr sz="5600">
                <a:latin typeface="Karla SemiBold"/>
                <a:ea typeface="Karla SemiBold"/>
                <a:cs typeface="Karla SemiBold"/>
                <a:sym typeface="Karla SemiBold"/>
              </a:defRPr>
            </a:lvl4pPr>
            <a:lvl5pPr indent="-584200" lvl="4" marL="2286000" rtl="0" algn="ctr">
              <a:spcBef>
                <a:spcPts val="1200"/>
              </a:spcBef>
              <a:spcAft>
                <a:spcPts val="0"/>
              </a:spcAft>
              <a:buSzPts val="5600"/>
              <a:buFont typeface="Karla SemiBold"/>
              <a:buChar char="▫"/>
              <a:defRPr sz="5600">
                <a:latin typeface="Karla SemiBold"/>
                <a:ea typeface="Karla SemiBold"/>
                <a:cs typeface="Karla SemiBold"/>
                <a:sym typeface="Karla SemiBold"/>
              </a:defRPr>
            </a:lvl5pPr>
            <a:lvl6pPr indent="-584200" lvl="5" marL="2743200" rtl="0" algn="ctr">
              <a:spcBef>
                <a:spcPts val="1200"/>
              </a:spcBef>
              <a:spcAft>
                <a:spcPts val="0"/>
              </a:spcAft>
              <a:buSzPts val="5600"/>
              <a:buFont typeface="Karla SemiBold"/>
              <a:buChar char="▫"/>
              <a:defRPr sz="5600">
                <a:latin typeface="Karla SemiBold"/>
                <a:ea typeface="Karla SemiBold"/>
                <a:cs typeface="Karla SemiBold"/>
                <a:sym typeface="Karla SemiBold"/>
              </a:defRPr>
            </a:lvl6pPr>
            <a:lvl7pPr indent="-584200" lvl="6" marL="3200400" rtl="0" algn="ctr">
              <a:spcBef>
                <a:spcPts val="1200"/>
              </a:spcBef>
              <a:spcAft>
                <a:spcPts val="0"/>
              </a:spcAft>
              <a:buSzPts val="5600"/>
              <a:buFont typeface="Karla SemiBold"/>
              <a:buChar char="▫"/>
              <a:defRPr sz="5600">
                <a:latin typeface="Karla SemiBold"/>
                <a:ea typeface="Karla SemiBold"/>
                <a:cs typeface="Karla SemiBold"/>
                <a:sym typeface="Karla SemiBold"/>
              </a:defRPr>
            </a:lvl7pPr>
            <a:lvl8pPr indent="-584200" lvl="7" marL="3657600" rtl="0" algn="ctr">
              <a:spcBef>
                <a:spcPts val="1200"/>
              </a:spcBef>
              <a:spcAft>
                <a:spcPts val="0"/>
              </a:spcAft>
              <a:buSzPts val="5600"/>
              <a:buFont typeface="Karla SemiBold"/>
              <a:buChar char="▫"/>
              <a:defRPr sz="5600">
                <a:latin typeface="Karla SemiBold"/>
                <a:ea typeface="Karla SemiBold"/>
                <a:cs typeface="Karla SemiBold"/>
                <a:sym typeface="Karla SemiBold"/>
              </a:defRPr>
            </a:lvl8pPr>
            <a:lvl9pPr indent="-584200" lvl="8" marL="4114800" algn="ctr">
              <a:spcBef>
                <a:spcPts val="1200"/>
              </a:spcBef>
              <a:spcAft>
                <a:spcPts val="1200"/>
              </a:spcAft>
              <a:buSzPts val="5600"/>
              <a:buFont typeface="Karla SemiBold"/>
              <a:buChar char="▫"/>
              <a:defRPr sz="5600">
                <a:latin typeface="Karla SemiBold"/>
                <a:ea typeface="Karla SemiBold"/>
                <a:cs typeface="Karla SemiBold"/>
                <a:sym typeface="Karla SemiBold"/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16912957" y="259302"/>
            <a:ext cx="1097400" cy="7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" name="Google Shape;23;p4"/>
          <p:cNvSpPr/>
          <p:nvPr/>
        </p:nvSpPr>
        <p:spPr>
          <a:xfrm>
            <a:off x="8725925" y="2590249"/>
            <a:ext cx="836151" cy="685900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Encode Sans Semi Condensed"/>
              </a:rPr>
              <a:t>“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>
            <a:off x="0" y="0"/>
            <a:ext cx="18325909" cy="10285741"/>
          </a:xfrm>
          <a:custGeom>
            <a:rect b="b" l="l" r="r" t="t"/>
            <a:pathLst>
              <a:path extrusionOk="0" h="2258121" w="4014438">
                <a:moveTo>
                  <a:pt x="0" y="0"/>
                </a:moveTo>
                <a:lnTo>
                  <a:pt x="0" y="729708"/>
                </a:lnTo>
                <a:cubicBezTo>
                  <a:pt x="69207" y="683709"/>
                  <a:pt x="163087" y="639801"/>
                  <a:pt x="284356" y="583348"/>
                </a:cubicBezTo>
                <a:cubicBezTo>
                  <a:pt x="523508" y="471843"/>
                  <a:pt x="656528" y="409807"/>
                  <a:pt x="783798" y="456120"/>
                </a:cubicBezTo>
                <a:cubicBezTo>
                  <a:pt x="911069" y="502432"/>
                  <a:pt x="973083" y="635473"/>
                  <a:pt x="1084589" y="874625"/>
                </a:cubicBezTo>
                <a:cubicBezTo>
                  <a:pt x="1196094" y="1113777"/>
                  <a:pt x="1258129" y="1246797"/>
                  <a:pt x="1211817" y="1374046"/>
                </a:cubicBezTo>
                <a:cubicBezTo>
                  <a:pt x="1165505" y="1501296"/>
                  <a:pt x="1032380" y="1563290"/>
                  <a:pt x="793228" y="1674774"/>
                </a:cubicBezTo>
                <a:cubicBezTo>
                  <a:pt x="554076" y="1786258"/>
                  <a:pt x="421056" y="1848315"/>
                  <a:pt x="293807" y="1802002"/>
                </a:cubicBezTo>
                <a:cubicBezTo>
                  <a:pt x="169234" y="1756693"/>
                  <a:pt x="107156" y="1628273"/>
                  <a:pt x="0" y="1398572"/>
                </a:cubicBezTo>
                <a:lnTo>
                  <a:pt x="0" y="2258122"/>
                </a:lnTo>
                <a:lnTo>
                  <a:pt x="4014439" y="2258122"/>
                </a:lnTo>
                <a:lnTo>
                  <a:pt x="4014439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5"/>
          <p:cNvSpPr txBox="1"/>
          <p:nvPr>
            <p:ph type="title"/>
          </p:nvPr>
        </p:nvSpPr>
        <p:spPr>
          <a:xfrm>
            <a:off x="1117200" y="2247900"/>
            <a:ext cx="5190600" cy="134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7303750" y="2400300"/>
            <a:ext cx="9867000" cy="602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82600" lvl="0" marL="457200">
              <a:spcBef>
                <a:spcPts val="0"/>
              </a:spcBef>
              <a:spcAft>
                <a:spcPts val="0"/>
              </a:spcAft>
              <a:buSzPts val="4000"/>
              <a:buChar char="▪"/>
              <a:defRPr/>
            </a:lvl1pPr>
            <a:lvl2pPr indent="-482600" lvl="1" marL="914400">
              <a:spcBef>
                <a:spcPts val="1200"/>
              </a:spcBef>
              <a:spcAft>
                <a:spcPts val="0"/>
              </a:spcAft>
              <a:buSzPts val="4000"/>
              <a:buChar char="▫"/>
              <a:defRPr/>
            </a:lvl2pPr>
            <a:lvl3pPr indent="-482600" lvl="2" marL="1371600">
              <a:spcBef>
                <a:spcPts val="1200"/>
              </a:spcBef>
              <a:spcAft>
                <a:spcPts val="0"/>
              </a:spcAft>
              <a:buSzPts val="4000"/>
              <a:buChar char="▫"/>
              <a:defRPr/>
            </a:lvl3pPr>
            <a:lvl4pPr indent="-482600" lvl="3" marL="1828800">
              <a:spcBef>
                <a:spcPts val="1200"/>
              </a:spcBef>
              <a:spcAft>
                <a:spcPts val="0"/>
              </a:spcAft>
              <a:buSzPts val="4000"/>
              <a:buChar char="▫"/>
              <a:defRPr/>
            </a:lvl4pPr>
            <a:lvl5pPr indent="-482600" lvl="4" marL="2286000">
              <a:spcBef>
                <a:spcPts val="1200"/>
              </a:spcBef>
              <a:spcAft>
                <a:spcPts val="0"/>
              </a:spcAft>
              <a:buSzPts val="4000"/>
              <a:buChar char="▫"/>
              <a:defRPr/>
            </a:lvl5pPr>
            <a:lvl6pPr indent="-482600" lvl="5" marL="2743200">
              <a:spcBef>
                <a:spcPts val="1200"/>
              </a:spcBef>
              <a:spcAft>
                <a:spcPts val="0"/>
              </a:spcAft>
              <a:buSzPts val="4000"/>
              <a:buChar char="▫"/>
              <a:defRPr/>
            </a:lvl6pPr>
            <a:lvl7pPr indent="-482600" lvl="6" marL="3200400">
              <a:spcBef>
                <a:spcPts val="1200"/>
              </a:spcBef>
              <a:spcAft>
                <a:spcPts val="0"/>
              </a:spcAft>
              <a:buSzPts val="4000"/>
              <a:buChar char="▫"/>
              <a:defRPr/>
            </a:lvl7pPr>
            <a:lvl8pPr indent="-482600" lvl="7" marL="3657600">
              <a:spcBef>
                <a:spcPts val="1200"/>
              </a:spcBef>
              <a:spcAft>
                <a:spcPts val="0"/>
              </a:spcAft>
              <a:buSzPts val="4000"/>
              <a:buChar char="▫"/>
              <a:defRPr/>
            </a:lvl8pPr>
            <a:lvl9pPr indent="-482600" lvl="8" marL="4114800">
              <a:spcBef>
                <a:spcPts val="1200"/>
              </a:spcBef>
              <a:spcAft>
                <a:spcPts val="1200"/>
              </a:spcAft>
              <a:buSzPts val="4000"/>
              <a:buChar char="▫"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16912957" y="259302"/>
            <a:ext cx="1097400" cy="7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 + image">
  <p:cSld name="TITLE_AND_BODY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oogle Shape;30;p6"/>
          <p:cNvGrpSpPr/>
          <p:nvPr/>
        </p:nvGrpSpPr>
        <p:grpSpPr>
          <a:xfrm>
            <a:off x="-82" y="0"/>
            <a:ext cx="18288175" cy="10287096"/>
            <a:chOff x="8145036" y="0"/>
            <a:chExt cx="4014438" cy="2258121"/>
          </a:xfrm>
        </p:grpSpPr>
        <p:sp>
          <p:nvSpPr>
            <p:cNvPr id="31" name="Google Shape;31;p6"/>
            <p:cNvSpPr/>
            <p:nvPr/>
          </p:nvSpPr>
          <p:spPr>
            <a:xfrm>
              <a:off x="8145036" y="0"/>
              <a:ext cx="4014376" cy="2258121"/>
            </a:xfrm>
            <a:custGeom>
              <a:rect b="b" l="l" r="r" t="t"/>
              <a:pathLst>
                <a:path extrusionOk="0" h="2258121" w="4014376">
                  <a:moveTo>
                    <a:pt x="2148603" y="1774988"/>
                  </a:moveTo>
                  <a:cubicBezTo>
                    <a:pt x="1965654" y="1382640"/>
                    <a:pt x="1863892" y="1164459"/>
                    <a:pt x="1939873" y="955604"/>
                  </a:cubicBezTo>
                  <a:cubicBezTo>
                    <a:pt x="2015855" y="746748"/>
                    <a:pt x="2234119" y="645049"/>
                    <a:pt x="2626468" y="462162"/>
                  </a:cubicBezTo>
                  <a:cubicBezTo>
                    <a:pt x="3018816" y="279275"/>
                    <a:pt x="3236997" y="177451"/>
                    <a:pt x="3445831" y="253432"/>
                  </a:cubicBezTo>
                  <a:cubicBezTo>
                    <a:pt x="3654666" y="329414"/>
                    <a:pt x="3756386" y="547678"/>
                    <a:pt x="3939272" y="940006"/>
                  </a:cubicBezTo>
                  <a:cubicBezTo>
                    <a:pt x="3966182" y="997693"/>
                    <a:pt x="3991294" y="1051574"/>
                    <a:pt x="4014377" y="1102256"/>
                  </a:cubicBezTo>
                  <a:lnTo>
                    <a:pt x="4014377" y="0"/>
                  </a:lnTo>
                  <a:lnTo>
                    <a:pt x="0" y="0"/>
                  </a:lnTo>
                  <a:lnTo>
                    <a:pt x="0" y="2258122"/>
                  </a:lnTo>
                  <a:lnTo>
                    <a:pt x="2400007" y="2258122"/>
                  </a:lnTo>
                  <a:cubicBezTo>
                    <a:pt x="2320283" y="2143125"/>
                    <a:pt x="2245932" y="1983697"/>
                    <a:pt x="2148603" y="177498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00" lIns="182850" spcFirstLastPara="1" rIns="182850" wrap="square" tIns="914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32;p6"/>
            <p:cNvSpPr/>
            <p:nvPr/>
          </p:nvSpPr>
          <p:spPr>
            <a:xfrm>
              <a:off x="11595195" y="1947441"/>
              <a:ext cx="564279" cy="310680"/>
            </a:xfrm>
            <a:custGeom>
              <a:rect b="b" l="l" r="r" t="t"/>
              <a:pathLst>
                <a:path extrusionOk="0" h="310680" w="564279">
                  <a:moveTo>
                    <a:pt x="11332" y="305390"/>
                  </a:moveTo>
                  <a:lnTo>
                    <a:pt x="0" y="310680"/>
                  </a:lnTo>
                  <a:lnTo>
                    <a:pt x="564279" y="310680"/>
                  </a:lnTo>
                  <a:lnTo>
                    <a:pt x="564279" y="0"/>
                  </a:lnTo>
                  <a:cubicBezTo>
                    <a:pt x="447610" y="101929"/>
                    <a:pt x="266229" y="186525"/>
                    <a:pt x="11332" y="30539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00" lIns="182850" spcFirstLastPara="1" rIns="182850" wrap="square" tIns="914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" name="Google Shape;33;p6"/>
          <p:cNvSpPr txBox="1"/>
          <p:nvPr>
            <p:ph type="title"/>
          </p:nvPr>
        </p:nvSpPr>
        <p:spPr>
          <a:xfrm>
            <a:off x="2031250" y="2487275"/>
            <a:ext cx="8478600" cy="973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" type="body"/>
          </p:nvPr>
        </p:nvSpPr>
        <p:spPr>
          <a:xfrm>
            <a:off x="2031582" y="3730515"/>
            <a:ext cx="8478600" cy="40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82600" lvl="0" marL="457200" rtl="0">
              <a:spcBef>
                <a:spcPts val="0"/>
              </a:spcBef>
              <a:spcAft>
                <a:spcPts val="0"/>
              </a:spcAft>
              <a:buSzPts val="4000"/>
              <a:buChar char="▪"/>
              <a:defRPr/>
            </a:lvl1pPr>
            <a:lvl2pPr indent="-482600" lvl="1" marL="914400" rtl="0">
              <a:spcBef>
                <a:spcPts val="1200"/>
              </a:spcBef>
              <a:spcAft>
                <a:spcPts val="0"/>
              </a:spcAft>
              <a:buSzPts val="4000"/>
              <a:buChar char="▫"/>
              <a:defRPr/>
            </a:lvl2pPr>
            <a:lvl3pPr indent="-482600" lvl="2" marL="1371600" rtl="0">
              <a:spcBef>
                <a:spcPts val="1200"/>
              </a:spcBef>
              <a:spcAft>
                <a:spcPts val="0"/>
              </a:spcAft>
              <a:buSzPts val="4000"/>
              <a:buChar char="▫"/>
              <a:defRPr/>
            </a:lvl3pPr>
            <a:lvl4pPr indent="-482600" lvl="3" marL="1828800" rtl="0">
              <a:spcBef>
                <a:spcPts val="1200"/>
              </a:spcBef>
              <a:spcAft>
                <a:spcPts val="0"/>
              </a:spcAft>
              <a:buSzPts val="4000"/>
              <a:buChar char="▫"/>
              <a:defRPr/>
            </a:lvl4pPr>
            <a:lvl5pPr indent="-482600" lvl="4" marL="2286000" rtl="0">
              <a:spcBef>
                <a:spcPts val="1200"/>
              </a:spcBef>
              <a:spcAft>
                <a:spcPts val="0"/>
              </a:spcAft>
              <a:buSzPts val="4000"/>
              <a:buChar char="▫"/>
              <a:defRPr/>
            </a:lvl5pPr>
            <a:lvl6pPr indent="-482600" lvl="5" marL="2743200" rtl="0">
              <a:spcBef>
                <a:spcPts val="1200"/>
              </a:spcBef>
              <a:spcAft>
                <a:spcPts val="0"/>
              </a:spcAft>
              <a:buSzPts val="4000"/>
              <a:buChar char="▫"/>
              <a:defRPr/>
            </a:lvl6pPr>
            <a:lvl7pPr indent="-482600" lvl="6" marL="3200400" rtl="0">
              <a:spcBef>
                <a:spcPts val="1200"/>
              </a:spcBef>
              <a:spcAft>
                <a:spcPts val="0"/>
              </a:spcAft>
              <a:buSzPts val="4000"/>
              <a:buChar char="▫"/>
              <a:defRPr/>
            </a:lvl7pPr>
            <a:lvl8pPr indent="-482600" lvl="7" marL="3657600" rtl="0">
              <a:spcBef>
                <a:spcPts val="1200"/>
              </a:spcBef>
              <a:spcAft>
                <a:spcPts val="0"/>
              </a:spcAft>
              <a:buSzPts val="4000"/>
              <a:buChar char="▫"/>
              <a:defRPr/>
            </a:lvl8pPr>
            <a:lvl9pPr indent="-482600" lvl="8" marL="4114800" rtl="0">
              <a:spcBef>
                <a:spcPts val="1200"/>
              </a:spcBef>
              <a:spcAft>
                <a:spcPts val="1200"/>
              </a:spcAft>
              <a:buSzPts val="4000"/>
              <a:buChar char="▫"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16912957" y="259302"/>
            <a:ext cx="1097400" cy="7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 columns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18325909" cy="10285741"/>
          </a:xfrm>
          <a:custGeom>
            <a:rect b="b" l="l" r="r" t="t"/>
            <a:pathLst>
              <a:path extrusionOk="0" h="2258121" w="4014438">
                <a:moveTo>
                  <a:pt x="0" y="0"/>
                </a:moveTo>
                <a:lnTo>
                  <a:pt x="0" y="859550"/>
                </a:lnTo>
                <a:cubicBezTo>
                  <a:pt x="107156" y="629849"/>
                  <a:pt x="169234" y="501429"/>
                  <a:pt x="293807" y="456015"/>
                </a:cubicBezTo>
                <a:cubicBezTo>
                  <a:pt x="421056" y="409807"/>
                  <a:pt x="554076" y="471801"/>
                  <a:pt x="793228" y="583348"/>
                </a:cubicBezTo>
                <a:cubicBezTo>
                  <a:pt x="1032380" y="694895"/>
                  <a:pt x="1165400" y="756889"/>
                  <a:pt x="1211713" y="884159"/>
                </a:cubicBezTo>
                <a:cubicBezTo>
                  <a:pt x="1258025" y="1011430"/>
                  <a:pt x="1196010" y="1144450"/>
                  <a:pt x="1084484" y="1383581"/>
                </a:cubicBezTo>
                <a:cubicBezTo>
                  <a:pt x="972958" y="1622712"/>
                  <a:pt x="910943" y="1755753"/>
                  <a:pt x="783694" y="1802086"/>
                </a:cubicBezTo>
                <a:cubicBezTo>
                  <a:pt x="656444" y="1848419"/>
                  <a:pt x="523404" y="1786321"/>
                  <a:pt x="284356" y="1674774"/>
                </a:cubicBezTo>
                <a:cubicBezTo>
                  <a:pt x="163212" y="1618321"/>
                  <a:pt x="69312" y="1574413"/>
                  <a:pt x="105" y="1528414"/>
                </a:cubicBezTo>
                <a:lnTo>
                  <a:pt x="105" y="2258122"/>
                </a:lnTo>
                <a:lnTo>
                  <a:pt x="4014439" y="2258122"/>
                </a:lnTo>
                <a:lnTo>
                  <a:pt x="4014439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1117200" y="2247900"/>
            <a:ext cx="5190600" cy="134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7303750" y="2400300"/>
            <a:ext cx="4663800" cy="602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31800" lvl="0" marL="457200">
              <a:spcBef>
                <a:spcPts val="0"/>
              </a:spcBef>
              <a:spcAft>
                <a:spcPts val="0"/>
              </a:spcAft>
              <a:buSzPts val="3200"/>
              <a:buChar char="▪"/>
              <a:defRPr sz="3200"/>
            </a:lvl1pPr>
            <a:lvl2pPr indent="-431800" lvl="1" marL="914400">
              <a:spcBef>
                <a:spcPts val="1200"/>
              </a:spcBef>
              <a:spcAft>
                <a:spcPts val="0"/>
              </a:spcAft>
              <a:buSzPts val="3200"/>
              <a:buChar char="▫"/>
              <a:defRPr sz="3200"/>
            </a:lvl2pPr>
            <a:lvl3pPr indent="-431800" lvl="2" marL="1371600">
              <a:spcBef>
                <a:spcPts val="1200"/>
              </a:spcBef>
              <a:spcAft>
                <a:spcPts val="0"/>
              </a:spcAft>
              <a:buSzPts val="3200"/>
              <a:buChar char="▫"/>
              <a:defRPr sz="3200"/>
            </a:lvl3pPr>
            <a:lvl4pPr indent="-431800" lvl="3" marL="1828800">
              <a:spcBef>
                <a:spcPts val="1200"/>
              </a:spcBef>
              <a:spcAft>
                <a:spcPts val="0"/>
              </a:spcAft>
              <a:buSzPts val="3200"/>
              <a:buChar char="▫"/>
              <a:defRPr sz="3200"/>
            </a:lvl4pPr>
            <a:lvl5pPr indent="-431800" lvl="4" marL="2286000">
              <a:spcBef>
                <a:spcPts val="1200"/>
              </a:spcBef>
              <a:spcAft>
                <a:spcPts val="0"/>
              </a:spcAft>
              <a:buSzPts val="3200"/>
              <a:buChar char="▫"/>
              <a:defRPr sz="3200"/>
            </a:lvl5pPr>
            <a:lvl6pPr indent="-431800" lvl="5" marL="2743200">
              <a:spcBef>
                <a:spcPts val="1200"/>
              </a:spcBef>
              <a:spcAft>
                <a:spcPts val="0"/>
              </a:spcAft>
              <a:buSzPts val="3200"/>
              <a:buChar char="▫"/>
              <a:defRPr sz="3200"/>
            </a:lvl6pPr>
            <a:lvl7pPr indent="-431800" lvl="6" marL="3200400">
              <a:spcBef>
                <a:spcPts val="1200"/>
              </a:spcBef>
              <a:spcAft>
                <a:spcPts val="0"/>
              </a:spcAft>
              <a:buSzPts val="3200"/>
              <a:buChar char="▫"/>
              <a:defRPr sz="3200"/>
            </a:lvl7pPr>
            <a:lvl8pPr indent="-431800" lvl="7" marL="3657600">
              <a:spcBef>
                <a:spcPts val="1200"/>
              </a:spcBef>
              <a:spcAft>
                <a:spcPts val="0"/>
              </a:spcAft>
              <a:buSzPts val="3200"/>
              <a:buChar char="▫"/>
              <a:defRPr sz="3200"/>
            </a:lvl8pPr>
            <a:lvl9pPr indent="-431800" lvl="8" marL="4114800">
              <a:spcBef>
                <a:spcPts val="1200"/>
              </a:spcBef>
              <a:spcAft>
                <a:spcPts val="1200"/>
              </a:spcAft>
              <a:buSzPts val="3200"/>
              <a:buChar char="▫"/>
              <a:defRPr sz="3200"/>
            </a:lvl9pPr>
          </a:lstStyle>
          <a:p/>
        </p:txBody>
      </p:sp>
      <p:sp>
        <p:nvSpPr>
          <p:cNvPr id="40" name="Google Shape;40;p7"/>
          <p:cNvSpPr txBox="1"/>
          <p:nvPr>
            <p:ph idx="2" type="body"/>
          </p:nvPr>
        </p:nvSpPr>
        <p:spPr>
          <a:xfrm>
            <a:off x="12506975" y="2400300"/>
            <a:ext cx="4663800" cy="602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31800" lvl="0" marL="457200">
              <a:spcBef>
                <a:spcPts val="0"/>
              </a:spcBef>
              <a:spcAft>
                <a:spcPts val="0"/>
              </a:spcAft>
              <a:buSzPts val="3200"/>
              <a:buChar char="▪"/>
              <a:defRPr sz="3200"/>
            </a:lvl1pPr>
            <a:lvl2pPr indent="-431800" lvl="1" marL="914400">
              <a:spcBef>
                <a:spcPts val="1200"/>
              </a:spcBef>
              <a:spcAft>
                <a:spcPts val="0"/>
              </a:spcAft>
              <a:buSzPts val="3200"/>
              <a:buChar char="▫"/>
              <a:defRPr sz="3200"/>
            </a:lvl2pPr>
            <a:lvl3pPr indent="-431800" lvl="2" marL="1371600">
              <a:spcBef>
                <a:spcPts val="1200"/>
              </a:spcBef>
              <a:spcAft>
                <a:spcPts val="0"/>
              </a:spcAft>
              <a:buSzPts val="3200"/>
              <a:buChar char="▫"/>
              <a:defRPr sz="3200"/>
            </a:lvl3pPr>
            <a:lvl4pPr indent="-431800" lvl="3" marL="1828800">
              <a:spcBef>
                <a:spcPts val="1200"/>
              </a:spcBef>
              <a:spcAft>
                <a:spcPts val="0"/>
              </a:spcAft>
              <a:buSzPts val="3200"/>
              <a:buChar char="▫"/>
              <a:defRPr sz="3200"/>
            </a:lvl4pPr>
            <a:lvl5pPr indent="-431800" lvl="4" marL="2286000">
              <a:spcBef>
                <a:spcPts val="1200"/>
              </a:spcBef>
              <a:spcAft>
                <a:spcPts val="0"/>
              </a:spcAft>
              <a:buSzPts val="3200"/>
              <a:buChar char="▫"/>
              <a:defRPr sz="3200"/>
            </a:lvl5pPr>
            <a:lvl6pPr indent="-431800" lvl="5" marL="2743200">
              <a:spcBef>
                <a:spcPts val="1200"/>
              </a:spcBef>
              <a:spcAft>
                <a:spcPts val="0"/>
              </a:spcAft>
              <a:buSzPts val="3200"/>
              <a:buChar char="▫"/>
              <a:defRPr sz="3200"/>
            </a:lvl6pPr>
            <a:lvl7pPr indent="-431800" lvl="6" marL="3200400">
              <a:spcBef>
                <a:spcPts val="1200"/>
              </a:spcBef>
              <a:spcAft>
                <a:spcPts val="0"/>
              </a:spcAft>
              <a:buSzPts val="3200"/>
              <a:buChar char="▫"/>
              <a:defRPr sz="3200"/>
            </a:lvl7pPr>
            <a:lvl8pPr indent="-431800" lvl="7" marL="3657600">
              <a:spcBef>
                <a:spcPts val="1200"/>
              </a:spcBef>
              <a:spcAft>
                <a:spcPts val="0"/>
              </a:spcAft>
              <a:buSzPts val="3200"/>
              <a:buChar char="▫"/>
              <a:defRPr sz="3200"/>
            </a:lvl8pPr>
            <a:lvl9pPr indent="-431800" lvl="8" marL="4114800">
              <a:spcBef>
                <a:spcPts val="1200"/>
              </a:spcBef>
              <a:spcAft>
                <a:spcPts val="1200"/>
              </a:spcAft>
              <a:buSzPts val="3200"/>
              <a:buChar char="▫"/>
              <a:defRPr sz="3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16912957" y="259302"/>
            <a:ext cx="1097400" cy="7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TITLE_AND_TWO_COLUMNS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/>
          <p:nvPr/>
        </p:nvSpPr>
        <p:spPr>
          <a:xfrm>
            <a:off x="0" y="0"/>
            <a:ext cx="18325909" cy="10285741"/>
          </a:xfrm>
          <a:custGeom>
            <a:rect b="b" l="l" r="r" t="t"/>
            <a:pathLst>
              <a:path extrusionOk="0" h="2258121" w="4014438">
                <a:moveTo>
                  <a:pt x="0" y="0"/>
                </a:moveTo>
                <a:lnTo>
                  <a:pt x="0" y="859550"/>
                </a:lnTo>
                <a:cubicBezTo>
                  <a:pt x="107156" y="629849"/>
                  <a:pt x="169234" y="501429"/>
                  <a:pt x="293807" y="456015"/>
                </a:cubicBezTo>
                <a:cubicBezTo>
                  <a:pt x="421056" y="409807"/>
                  <a:pt x="554076" y="471801"/>
                  <a:pt x="793228" y="583348"/>
                </a:cubicBezTo>
                <a:cubicBezTo>
                  <a:pt x="1032380" y="694895"/>
                  <a:pt x="1165400" y="756889"/>
                  <a:pt x="1211713" y="884159"/>
                </a:cubicBezTo>
                <a:cubicBezTo>
                  <a:pt x="1258025" y="1011430"/>
                  <a:pt x="1196010" y="1144450"/>
                  <a:pt x="1084484" y="1383581"/>
                </a:cubicBezTo>
                <a:cubicBezTo>
                  <a:pt x="972958" y="1622712"/>
                  <a:pt x="910943" y="1755753"/>
                  <a:pt x="783694" y="1802086"/>
                </a:cubicBezTo>
                <a:cubicBezTo>
                  <a:pt x="656444" y="1848419"/>
                  <a:pt x="523404" y="1786321"/>
                  <a:pt x="284356" y="1674774"/>
                </a:cubicBezTo>
                <a:cubicBezTo>
                  <a:pt x="163212" y="1618321"/>
                  <a:pt x="69312" y="1574413"/>
                  <a:pt x="105" y="1528414"/>
                </a:cubicBezTo>
                <a:lnTo>
                  <a:pt x="105" y="2258122"/>
                </a:lnTo>
                <a:lnTo>
                  <a:pt x="4014439" y="2258122"/>
                </a:lnTo>
                <a:lnTo>
                  <a:pt x="4014439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8"/>
          <p:cNvSpPr txBox="1"/>
          <p:nvPr>
            <p:ph type="title"/>
          </p:nvPr>
        </p:nvSpPr>
        <p:spPr>
          <a:xfrm>
            <a:off x="1117200" y="2247900"/>
            <a:ext cx="5190600" cy="134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9pPr>
          </a:lstStyle>
          <a:p/>
        </p:txBody>
      </p:sp>
      <p:sp>
        <p:nvSpPr>
          <p:cNvPr id="45" name="Google Shape;45;p8"/>
          <p:cNvSpPr txBox="1"/>
          <p:nvPr>
            <p:ph idx="1" type="body"/>
          </p:nvPr>
        </p:nvSpPr>
        <p:spPr>
          <a:xfrm>
            <a:off x="7303750" y="2400300"/>
            <a:ext cx="3048600" cy="602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06400" lvl="0" marL="457200" rtl="0">
              <a:spcBef>
                <a:spcPts val="0"/>
              </a:spcBef>
              <a:spcAft>
                <a:spcPts val="0"/>
              </a:spcAft>
              <a:buSzPts val="2800"/>
              <a:buChar char="▪"/>
              <a:defRPr sz="2800"/>
            </a:lvl1pPr>
            <a:lvl2pPr indent="-406400" lvl="1" marL="914400" rtl="0">
              <a:spcBef>
                <a:spcPts val="1200"/>
              </a:spcBef>
              <a:spcAft>
                <a:spcPts val="0"/>
              </a:spcAft>
              <a:buSzPts val="2800"/>
              <a:buChar char="▫"/>
              <a:defRPr sz="2800"/>
            </a:lvl2pPr>
            <a:lvl3pPr indent="-406400" lvl="2" marL="1371600" rtl="0">
              <a:spcBef>
                <a:spcPts val="1200"/>
              </a:spcBef>
              <a:spcAft>
                <a:spcPts val="0"/>
              </a:spcAft>
              <a:buSzPts val="2800"/>
              <a:buChar char="▫"/>
              <a:defRPr sz="2800"/>
            </a:lvl3pPr>
            <a:lvl4pPr indent="-406400" lvl="3" marL="1828800" rtl="0">
              <a:spcBef>
                <a:spcPts val="1200"/>
              </a:spcBef>
              <a:spcAft>
                <a:spcPts val="0"/>
              </a:spcAft>
              <a:buSzPts val="2800"/>
              <a:buChar char="▫"/>
              <a:defRPr sz="2800"/>
            </a:lvl4pPr>
            <a:lvl5pPr indent="-406400" lvl="4" marL="2286000" rtl="0">
              <a:spcBef>
                <a:spcPts val="1200"/>
              </a:spcBef>
              <a:spcAft>
                <a:spcPts val="0"/>
              </a:spcAft>
              <a:buSzPts val="2800"/>
              <a:buChar char="▫"/>
              <a:defRPr sz="2800"/>
            </a:lvl5pPr>
            <a:lvl6pPr indent="-406400" lvl="5" marL="2743200" rtl="0">
              <a:spcBef>
                <a:spcPts val="1200"/>
              </a:spcBef>
              <a:spcAft>
                <a:spcPts val="0"/>
              </a:spcAft>
              <a:buSzPts val="2800"/>
              <a:buChar char="▫"/>
              <a:defRPr sz="2800"/>
            </a:lvl6pPr>
            <a:lvl7pPr indent="-406400" lvl="6" marL="3200400" rtl="0">
              <a:spcBef>
                <a:spcPts val="1200"/>
              </a:spcBef>
              <a:spcAft>
                <a:spcPts val="0"/>
              </a:spcAft>
              <a:buSzPts val="2800"/>
              <a:buChar char="▫"/>
              <a:defRPr sz="2800"/>
            </a:lvl7pPr>
            <a:lvl8pPr indent="-406400" lvl="7" marL="3657600" rtl="0">
              <a:spcBef>
                <a:spcPts val="1200"/>
              </a:spcBef>
              <a:spcAft>
                <a:spcPts val="0"/>
              </a:spcAft>
              <a:buSzPts val="2800"/>
              <a:buChar char="▫"/>
              <a:defRPr sz="2800"/>
            </a:lvl8pPr>
            <a:lvl9pPr indent="-406400" lvl="8" marL="4114800" rtl="0">
              <a:spcBef>
                <a:spcPts val="1200"/>
              </a:spcBef>
              <a:spcAft>
                <a:spcPts val="1200"/>
              </a:spcAft>
              <a:buSzPts val="2800"/>
              <a:buChar char="▫"/>
              <a:defRPr sz="2800"/>
            </a:lvl9pPr>
          </a:lstStyle>
          <a:p/>
        </p:txBody>
      </p:sp>
      <p:sp>
        <p:nvSpPr>
          <p:cNvPr id="46" name="Google Shape;46;p8"/>
          <p:cNvSpPr txBox="1"/>
          <p:nvPr>
            <p:ph idx="2" type="body"/>
          </p:nvPr>
        </p:nvSpPr>
        <p:spPr>
          <a:xfrm>
            <a:off x="10712962" y="2400300"/>
            <a:ext cx="3048600" cy="602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06400" lvl="0" marL="457200" rtl="0">
              <a:spcBef>
                <a:spcPts val="0"/>
              </a:spcBef>
              <a:spcAft>
                <a:spcPts val="0"/>
              </a:spcAft>
              <a:buSzPts val="2800"/>
              <a:buChar char="▪"/>
              <a:defRPr sz="2800"/>
            </a:lvl1pPr>
            <a:lvl2pPr indent="-406400" lvl="1" marL="914400" rtl="0">
              <a:spcBef>
                <a:spcPts val="1200"/>
              </a:spcBef>
              <a:spcAft>
                <a:spcPts val="0"/>
              </a:spcAft>
              <a:buSzPts val="2800"/>
              <a:buChar char="▫"/>
              <a:defRPr sz="2800"/>
            </a:lvl2pPr>
            <a:lvl3pPr indent="-406400" lvl="2" marL="1371600" rtl="0">
              <a:spcBef>
                <a:spcPts val="1200"/>
              </a:spcBef>
              <a:spcAft>
                <a:spcPts val="0"/>
              </a:spcAft>
              <a:buSzPts val="2800"/>
              <a:buChar char="▫"/>
              <a:defRPr sz="2800"/>
            </a:lvl3pPr>
            <a:lvl4pPr indent="-406400" lvl="3" marL="1828800" rtl="0">
              <a:spcBef>
                <a:spcPts val="1200"/>
              </a:spcBef>
              <a:spcAft>
                <a:spcPts val="0"/>
              </a:spcAft>
              <a:buSzPts val="2800"/>
              <a:buChar char="▫"/>
              <a:defRPr sz="2800"/>
            </a:lvl4pPr>
            <a:lvl5pPr indent="-406400" lvl="4" marL="2286000" rtl="0">
              <a:spcBef>
                <a:spcPts val="1200"/>
              </a:spcBef>
              <a:spcAft>
                <a:spcPts val="0"/>
              </a:spcAft>
              <a:buSzPts val="2800"/>
              <a:buChar char="▫"/>
              <a:defRPr sz="2800"/>
            </a:lvl5pPr>
            <a:lvl6pPr indent="-406400" lvl="5" marL="2743200" rtl="0">
              <a:spcBef>
                <a:spcPts val="1200"/>
              </a:spcBef>
              <a:spcAft>
                <a:spcPts val="0"/>
              </a:spcAft>
              <a:buSzPts val="2800"/>
              <a:buChar char="▫"/>
              <a:defRPr sz="2800"/>
            </a:lvl6pPr>
            <a:lvl7pPr indent="-406400" lvl="6" marL="3200400" rtl="0">
              <a:spcBef>
                <a:spcPts val="1200"/>
              </a:spcBef>
              <a:spcAft>
                <a:spcPts val="0"/>
              </a:spcAft>
              <a:buSzPts val="2800"/>
              <a:buChar char="▫"/>
              <a:defRPr sz="2800"/>
            </a:lvl7pPr>
            <a:lvl8pPr indent="-406400" lvl="7" marL="3657600" rtl="0">
              <a:spcBef>
                <a:spcPts val="1200"/>
              </a:spcBef>
              <a:spcAft>
                <a:spcPts val="0"/>
              </a:spcAft>
              <a:buSzPts val="2800"/>
              <a:buChar char="▫"/>
              <a:defRPr sz="2800"/>
            </a:lvl8pPr>
            <a:lvl9pPr indent="-406400" lvl="8" marL="4114800" rtl="0">
              <a:spcBef>
                <a:spcPts val="1200"/>
              </a:spcBef>
              <a:spcAft>
                <a:spcPts val="1200"/>
              </a:spcAft>
              <a:buSzPts val="2800"/>
              <a:buChar char="▫"/>
              <a:defRPr sz="2800"/>
            </a:lvl9pPr>
          </a:lstStyle>
          <a:p/>
        </p:txBody>
      </p:sp>
      <p:sp>
        <p:nvSpPr>
          <p:cNvPr id="47" name="Google Shape;47;p8"/>
          <p:cNvSpPr txBox="1"/>
          <p:nvPr>
            <p:ph idx="3" type="body"/>
          </p:nvPr>
        </p:nvSpPr>
        <p:spPr>
          <a:xfrm>
            <a:off x="14122174" y="2400300"/>
            <a:ext cx="3048600" cy="602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06400" lvl="0" marL="457200" rtl="0">
              <a:spcBef>
                <a:spcPts val="0"/>
              </a:spcBef>
              <a:spcAft>
                <a:spcPts val="0"/>
              </a:spcAft>
              <a:buSzPts val="2800"/>
              <a:buChar char="▪"/>
              <a:defRPr sz="2800"/>
            </a:lvl1pPr>
            <a:lvl2pPr indent="-406400" lvl="1" marL="914400" rtl="0">
              <a:spcBef>
                <a:spcPts val="1200"/>
              </a:spcBef>
              <a:spcAft>
                <a:spcPts val="0"/>
              </a:spcAft>
              <a:buSzPts val="2800"/>
              <a:buChar char="▫"/>
              <a:defRPr sz="2800"/>
            </a:lvl2pPr>
            <a:lvl3pPr indent="-406400" lvl="2" marL="1371600" rtl="0">
              <a:spcBef>
                <a:spcPts val="1200"/>
              </a:spcBef>
              <a:spcAft>
                <a:spcPts val="0"/>
              </a:spcAft>
              <a:buSzPts val="2800"/>
              <a:buChar char="▫"/>
              <a:defRPr sz="2800"/>
            </a:lvl3pPr>
            <a:lvl4pPr indent="-406400" lvl="3" marL="1828800" rtl="0">
              <a:spcBef>
                <a:spcPts val="1200"/>
              </a:spcBef>
              <a:spcAft>
                <a:spcPts val="0"/>
              </a:spcAft>
              <a:buSzPts val="2800"/>
              <a:buChar char="▫"/>
              <a:defRPr sz="2800"/>
            </a:lvl4pPr>
            <a:lvl5pPr indent="-406400" lvl="4" marL="2286000" rtl="0">
              <a:spcBef>
                <a:spcPts val="1200"/>
              </a:spcBef>
              <a:spcAft>
                <a:spcPts val="0"/>
              </a:spcAft>
              <a:buSzPts val="2800"/>
              <a:buChar char="▫"/>
              <a:defRPr sz="2800"/>
            </a:lvl5pPr>
            <a:lvl6pPr indent="-406400" lvl="5" marL="2743200" rtl="0">
              <a:spcBef>
                <a:spcPts val="1200"/>
              </a:spcBef>
              <a:spcAft>
                <a:spcPts val="0"/>
              </a:spcAft>
              <a:buSzPts val="2800"/>
              <a:buChar char="▫"/>
              <a:defRPr sz="2800"/>
            </a:lvl6pPr>
            <a:lvl7pPr indent="-406400" lvl="6" marL="3200400" rtl="0">
              <a:spcBef>
                <a:spcPts val="1200"/>
              </a:spcBef>
              <a:spcAft>
                <a:spcPts val="0"/>
              </a:spcAft>
              <a:buSzPts val="2800"/>
              <a:buChar char="▫"/>
              <a:defRPr sz="2800"/>
            </a:lvl7pPr>
            <a:lvl8pPr indent="-406400" lvl="7" marL="3657600" rtl="0">
              <a:spcBef>
                <a:spcPts val="1200"/>
              </a:spcBef>
              <a:spcAft>
                <a:spcPts val="0"/>
              </a:spcAft>
              <a:buSzPts val="2800"/>
              <a:buChar char="▫"/>
              <a:defRPr sz="2800"/>
            </a:lvl8pPr>
            <a:lvl9pPr indent="-406400" lvl="8" marL="4114800" rtl="0">
              <a:spcBef>
                <a:spcPts val="1200"/>
              </a:spcBef>
              <a:spcAft>
                <a:spcPts val="1200"/>
              </a:spcAft>
              <a:buSzPts val="2800"/>
              <a:buChar char="▫"/>
              <a:defRPr sz="2800"/>
            </a:lvl9pPr>
          </a:lstStyle>
          <a:p/>
        </p:txBody>
      </p:sp>
      <p:sp>
        <p:nvSpPr>
          <p:cNvPr id="48" name="Google Shape;48;p8"/>
          <p:cNvSpPr txBox="1"/>
          <p:nvPr>
            <p:ph idx="12" type="sldNum"/>
          </p:nvPr>
        </p:nvSpPr>
        <p:spPr>
          <a:xfrm>
            <a:off x="16912957" y="259302"/>
            <a:ext cx="1097400" cy="7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lt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/>
          <p:nvPr/>
        </p:nvSpPr>
        <p:spPr>
          <a:xfrm>
            <a:off x="1580051" y="-1487100"/>
            <a:ext cx="5500731" cy="5500516"/>
          </a:xfrm>
          <a:custGeom>
            <a:rect b="b" l="l" r="r" t="t"/>
            <a:pathLst>
              <a:path extrusionOk="0" h="1376850" w="1376904">
                <a:moveTo>
                  <a:pt x="942939" y="1234196"/>
                </a:moveTo>
                <a:cubicBezTo>
                  <a:pt x="1182091" y="1122691"/>
                  <a:pt x="1315111" y="1060655"/>
                  <a:pt x="1361424" y="933406"/>
                </a:cubicBezTo>
                <a:cubicBezTo>
                  <a:pt x="1407736" y="806157"/>
                  <a:pt x="1345722" y="673115"/>
                  <a:pt x="1234195" y="433964"/>
                </a:cubicBezTo>
                <a:cubicBezTo>
                  <a:pt x="1122669" y="194812"/>
                  <a:pt x="1060654" y="61792"/>
                  <a:pt x="933405" y="15479"/>
                </a:cubicBezTo>
                <a:cubicBezTo>
                  <a:pt x="806156" y="-30833"/>
                  <a:pt x="673115" y="31202"/>
                  <a:pt x="433963" y="142645"/>
                </a:cubicBezTo>
                <a:cubicBezTo>
                  <a:pt x="194811" y="254087"/>
                  <a:pt x="61791" y="316186"/>
                  <a:pt x="15478" y="443456"/>
                </a:cubicBezTo>
                <a:cubicBezTo>
                  <a:pt x="-30834" y="570726"/>
                  <a:pt x="31202" y="703746"/>
                  <a:pt x="142707" y="942877"/>
                </a:cubicBezTo>
                <a:cubicBezTo>
                  <a:pt x="254212" y="1182008"/>
                  <a:pt x="316248" y="1315049"/>
                  <a:pt x="443518" y="1361362"/>
                </a:cubicBezTo>
                <a:cubicBezTo>
                  <a:pt x="570788" y="1407674"/>
                  <a:pt x="703808" y="1345722"/>
                  <a:pt x="942939" y="1234196"/>
                </a:cubicBezTo>
                <a:close/>
              </a:path>
            </a:pathLst>
          </a:cu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00" lIns="182850" spcFirstLastPara="1" rIns="182850" wrap="square" tIns="91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9"/>
          <p:cNvSpPr txBox="1"/>
          <p:nvPr>
            <p:ph type="title"/>
          </p:nvPr>
        </p:nvSpPr>
        <p:spPr>
          <a:xfrm>
            <a:off x="1117200" y="1028700"/>
            <a:ext cx="5648400" cy="92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2" type="sldNum"/>
          </p:nvPr>
        </p:nvSpPr>
        <p:spPr>
          <a:xfrm>
            <a:off x="16912957" y="259302"/>
            <a:ext cx="1097400" cy="7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l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 txBox="1"/>
          <p:nvPr>
            <p:ph idx="1" type="body"/>
          </p:nvPr>
        </p:nvSpPr>
        <p:spPr>
          <a:xfrm>
            <a:off x="9015450" y="8636300"/>
            <a:ext cx="8163600" cy="668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>
              <a:spcBef>
                <a:spcPts val="700"/>
              </a:spcBef>
              <a:spcAft>
                <a:spcPts val="1200"/>
              </a:spcAft>
              <a:buSzPts val="2800"/>
              <a:buNone/>
              <a:defRPr sz="2800"/>
            </a:lvl1pPr>
          </a:lstStyle>
          <a:p/>
        </p:txBody>
      </p:sp>
      <p:sp>
        <p:nvSpPr>
          <p:cNvPr id="55" name="Google Shape;55;p10"/>
          <p:cNvSpPr txBox="1"/>
          <p:nvPr>
            <p:ph idx="12" type="sldNum"/>
          </p:nvPr>
        </p:nvSpPr>
        <p:spPr>
          <a:xfrm>
            <a:off x="16912957" y="259302"/>
            <a:ext cx="1097400" cy="7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" name="Google Shape;56;p10"/>
          <p:cNvSpPr/>
          <p:nvPr/>
        </p:nvSpPr>
        <p:spPr>
          <a:xfrm>
            <a:off x="980251" y="-2247050"/>
            <a:ext cx="11552225" cy="11551772"/>
          </a:xfrm>
          <a:custGeom>
            <a:rect b="b" l="l" r="r" t="t"/>
            <a:pathLst>
              <a:path extrusionOk="0" h="1376850" w="1376904">
                <a:moveTo>
                  <a:pt x="942939" y="1234196"/>
                </a:moveTo>
                <a:cubicBezTo>
                  <a:pt x="1182091" y="1122691"/>
                  <a:pt x="1315111" y="1060655"/>
                  <a:pt x="1361424" y="933406"/>
                </a:cubicBezTo>
                <a:cubicBezTo>
                  <a:pt x="1407736" y="806157"/>
                  <a:pt x="1345722" y="673115"/>
                  <a:pt x="1234195" y="433964"/>
                </a:cubicBezTo>
                <a:cubicBezTo>
                  <a:pt x="1122669" y="194812"/>
                  <a:pt x="1060654" y="61792"/>
                  <a:pt x="933405" y="15479"/>
                </a:cubicBezTo>
                <a:cubicBezTo>
                  <a:pt x="806156" y="-30833"/>
                  <a:pt x="673115" y="31202"/>
                  <a:pt x="433963" y="142645"/>
                </a:cubicBezTo>
                <a:cubicBezTo>
                  <a:pt x="194811" y="254087"/>
                  <a:pt x="61791" y="316186"/>
                  <a:pt x="15478" y="443456"/>
                </a:cubicBezTo>
                <a:cubicBezTo>
                  <a:pt x="-30834" y="570726"/>
                  <a:pt x="31202" y="703746"/>
                  <a:pt x="142707" y="942877"/>
                </a:cubicBezTo>
                <a:cubicBezTo>
                  <a:pt x="254212" y="1182008"/>
                  <a:pt x="316248" y="1315049"/>
                  <a:pt x="443518" y="1361362"/>
                </a:cubicBezTo>
                <a:cubicBezTo>
                  <a:pt x="570788" y="1407674"/>
                  <a:pt x="703808" y="1345722"/>
                  <a:pt x="942939" y="1234196"/>
                </a:cubicBezTo>
                <a:close/>
              </a:path>
            </a:pathLst>
          </a:cu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00" lIns="182850" spcFirstLastPara="1" rIns="182850" wrap="square" tIns="91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Big hole" type="blank">
  <p:cSld name="BLANK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idx="12" type="sldNum"/>
          </p:nvPr>
        </p:nvSpPr>
        <p:spPr>
          <a:xfrm>
            <a:off x="16912957" y="259302"/>
            <a:ext cx="1097400" cy="7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" name="Google Shape;59;p11"/>
          <p:cNvSpPr/>
          <p:nvPr/>
        </p:nvSpPr>
        <p:spPr>
          <a:xfrm>
            <a:off x="-28" y="-8"/>
            <a:ext cx="18325909" cy="10297032"/>
          </a:xfrm>
          <a:custGeom>
            <a:rect b="b" l="l" r="r" t="t"/>
            <a:pathLst>
              <a:path extrusionOk="0" h="2258121" w="4014438">
                <a:moveTo>
                  <a:pt x="3432199" y="0"/>
                </a:moveTo>
                <a:cubicBezTo>
                  <a:pt x="3485662" y="101239"/>
                  <a:pt x="3541529" y="221045"/>
                  <a:pt x="3606618" y="360589"/>
                </a:cubicBezTo>
                <a:cubicBezTo>
                  <a:pt x="3810894" y="798685"/>
                  <a:pt x="3924532" y="1042395"/>
                  <a:pt x="3839685" y="1275525"/>
                </a:cubicBezTo>
                <a:cubicBezTo>
                  <a:pt x="3754838" y="1508656"/>
                  <a:pt x="3511128" y="1622293"/>
                  <a:pt x="3073032" y="1826591"/>
                </a:cubicBezTo>
                <a:cubicBezTo>
                  <a:pt x="2634936" y="2030888"/>
                  <a:pt x="2391226" y="2144401"/>
                  <a:pt x="2158096" y="2059658"/>
                </a:cubicBezTo>
                <a:cubicBezTo>
                  <a:pt x="1924966" y="1974916"/>
                  <a:pt x="1811306" y="1731101"/>
                  <a:pt x="1607030" y="1293005"/>
                </a:cubicBezTo>
                <a:cubicBezTo>
                  <a:pt x="1402754" y="854908"/>
                  <a:pt x="1289095" y="611199"/>
                  <a:pt x="1373942" y="378068"/>
                </a:cubicBezTo>
                <a:cubicBezTo>
                  <a:pt x="1432005" y="218536"/>
                  <a:pt x="1564481" y="114955"/>
                  <a:pt x="1782682" y="0"/>
                </a:cubicBezTo>
                <a:lnTo>
                  <a:pt x="0" y="0"/>
                </a:lnTo>
                <a:lnTo>
                  <a:pt x="0" y="2258122"/>
                </a:lnTo>
                <a:lnTo>
                  <a:pt x="4014439" y="2258122"/>
                </a:lnTo>
                <a:lnTo>
                  <a:pt x="4014439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Small hole">
  <p:cSld name="BLANK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/>
          <p:nvPr/>
        </p:nvSpPr>
        <p:spPr>
          <a:xfrm>
            <a:off x="0" y="50"/>
            <a:ext cx="18285765" cy="10285741"/>
          </a:xfrm>
          <a:custGeom>
            <a:rect b="b" l="l" r="r" t="t"/>
            <a:pathLst>
              <a:path extrusionOk="0" h="2258121" w="4014438">
                <a:moveTo>
                  <a:pt x="3043092" y="0"/>
                </a:moveTo>
                <a:cubicBezTo>
                  <a:pt x="3095509" y="23543"/>
                  <a:pt x="3152046" y="49909"/>
                  <a:pt x="3213600" y="78595"/>
                </a:cubicBezTo>
                <a:cubicBezTo>
                  <a:pt x="3550416" y="235660"/>
                  <a:pt x="3737756" y="323016"/>
                  <a:pt x="3802991" y="502244"/>
                </a:cubicBezTo>
                <a:cubicBezTo>
                  <a:pt x="3868225" y="681472"/>
                  <a:pt x="3780870" y="868833"/>
                  <a:pt x="3623805" y="1205649"/>
                </a:cubicBezTo>
                <a:cubicBezTo>
                  <a:pt x="3466740" y="1542465"/>
                  <a:pt x="3379384" y="1729805"/>
                  <a:pt x="3200156" y="1795040"/>
                </a:cubicBezTo>
                <a:cubicBezTo>
                  <a:pt x="3020928" y="1860274"/>
                  <a:pt x="2833567" y="1772918"/>
                  <a:pt x="2496772" y="1615853"/>
                </a:cubicBezTo>
                <a:cubicBezTo>
                  <a:pt x="2159977" y="1458789"/>
                  <a:pt x="1972595" y="1371433"/>
                  <a:pt x="1907361" y="1192205"/>
                </a:cubicBezTo>
                <a:cubicBezTo>
                  <a:pt x="1842126" y="1012977"/>
                  <a:pt x="1929503" y="825615"/>
                  <a:pt x="2086546" y="488821"/>
                </a:cubicBezTo>
                <a:cubicBezTo>
                  <a:pt x="2193515" y="259412"/>
                  <a:pt x="2268158" y="99378"/>
                  <a:pt x="2361515" y="0"/>
                </a:cubicBezTo>
                <a:lnTo>
                  <a:pt x="0" y="0"/>
                </a:lnTo>
                <a:lnTo>
                  <a:pt x="0" y="2258122"/>
                </a:lnTo>
                <a:lnTo>
                  <a:pt x="4014439" y="2258122"/>
                </a:lnTo>
                <a:lnTo>
                  <a:pt x="4014439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16912957" y="259302"/>
            <a:ext cx="1097400" cy="7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background">
  <p:cSld name="BLANK_1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idx="12" type="sldNum"/>
          </p:nvPr>
        </p:nvSpPr>
        <p:spPr>
          <a:xfrm>
            <a:off x="16912957" y="259302"/>
            <a:ext cx="1097400" cy="7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3"/>
          <p:cNvSpPr/>
          <p:nvPr/>
        </p:nvSpPr>
        <p:spPr>
          <a:xfrm>
            <a:off x="3663925" y="496150"/>
            <a:ext cx="10960156" cy="10959726"/>
          </a:xfrm>
          <a:custGeom>
            <a:rect b="b" l="l" r="r" t="t"/>
            <a:pathLst>
              <a:path extrusionOk="0" h="1376850" w="1376904">
                <a:moveTo>
                  <a:pt x="942939" y="1234196"/>
                </a:moveTo>
                <a:cubicBezTo>
                  <a:pt x="1182091" y="1122691"/>
                  <a:pt x="1315111" y="1060655"/>
                  <a:pt x="1361424" y="933406"/>
                </a:cubicBezTo>
                <a:cubicBezTo>
                  <a:pt x="1407736" y="806157"/>
                  <a:pt x="1345722" y="673115"/>
                  <a:pt x="1234195" y="433964"/>
                </a:cubicBezTo>
                <a:cubicBezTo>
                  <a:pt x="1122669" y="194812"/>
                  <a:pt x="1060654" y="61792"/>
                  <a:pt x="933405" y="15479"/>
                </a:cubicBezTo>
                <a:cubicBezTo>
                  <a:pt x="806156" y="-30833"/>
                  <a:pt x="673115" y="31202"/>
                  <a:pt x="433963" y="142645"/>
                </a:cubicBezTo>
                <a:cubicBezTo>
                  <a:pt x="194811" y="254087"/>
                  <a:pt x="61791" y="316186"/>
                  <a:pt x="15478" y="443456"/>
                </a:cubicBezTo>
                <a:cubicBezTo>
                  <a:pt x="-30834" y="570726"/>
                  <a:pt x="31202" y="703746"/>
                  <a:pt x="142707" y="942877"/>
                </a:cubicBezTo>
                <a:cubicBezTo>
                  <a:pt x="254212" y="1182008"/>
                  <a:pt x="316248" y="1315049"/>
                  <a:pt x="443518" y="1361362"/>
                </a:cubicBezTo>
                <a:cubicBezTo>
                  <a:pt x="570788" y="1407674"/>
                  <a:pt x="703808" y="1345722"/>
                  <a:pt x="942939" y="1234196"/>
                </a:cubicBezTo>
                <a:close/>
              </a:path>
            </a:pathLst>
          </a:cu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00" lIns="182850" spcFirstLastPara="1" rIns="182850" wrap="square" tIns="91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gradFill>
          <a:gsLst>
            <a:gs pos="0">
              <a:schemeClr val="accent4"/>
            </a:gs>
            <a:gs pos="20000">
              <a:schemeClr val="accent4"/>
            </a:gs>
            <a:gs pos="79000">
              <a:schemeClr val="accent3"/>
            </a:gs>
            <a:gs pos="100000">
              <a:schemeClr val="accent3"/>
            </a:gs>
          </a:gsLst>
          <a:lin ang="5400012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117200" y="2247900"/>
            <a:ext cx="5190600" cy="13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Encode Sans Semi Condensed"/>
              <a:buNone/>
              <a:defRPr b="1" sz="5200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Encode Sans Semi Condensed"/>
              <a:buNone/>
              <a:defRPr b="1" sz="5200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Encode Sans Semi Condensed"/>
              <a:buNone/>
              <a:defRPr b="1" sz="5200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Encode Sans Semi Condensed"/>
              <a:buNone/>
              <a:defRPr b="1" sz="5200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Encode Sans Semi Condensed"/>
              <a:buNone/>
              <a:defRPr b="1" sz="5200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Encode Sans Semi Condensed"/>
              <a:buNone/>
              <a:defRPr b="1" sz="5200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Encode Sans Semi Condensed"/>
              <a:buNone/>
              <a:defRPr b="1" sz="5200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Encode Sans Semi Condensed"/>
              <a:buNone/>
              <a:defRPr b="1" sz="5200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Encode Sans Semi Condensed"/>
              <a:buNone/>
              <a:defRPr b="1" sz="5200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303750" y="2400300"/>
            <a:ext cx="9867000" cy="60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82600" lvl="0" marL="4572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000"/>
              <a:buFont typeface="Karla Light"/>
              <a:buChar char="▪"/>
              <a:defRPr sz="4000">
                <a:solidFill>
                  <a:schemeClr val="dk1"/>
                </a:solidFill>
                <a:latin typeface="Karla Light"/>
                <a:ea typeface="Karla Light"/>
                <a:cs typeface="Karla Light"/>
                <a:sym typeface="Karla Light"/>
              </a:defRPr>
            </a:lvl1pPr>
            <a:lvl2pPr indent="-482600" lvl="1" marL="914400">
              <a:spcBef>
                <a:spcPts val="1200"/>
              </a:spcBef>
              <a:spcAft>
                <a:spcPts val="0"/>
              </a:spcAft>
              <a:buClr>
                <a:schemeClr val="accent5"/>
              </a:buClr>
              <a:buSzPts val="4000"/>
              <a:buFont typeface="Karla Light"/>
              <a:buChar char="▫"/>
              <a:defRPr sz="4000">
                <a:solidFill>
                  <a:schemeClr val="dk1"/>
                </a:solidFill>
                <a:latin typeface="Karla Light"/>
                <a:ea typeface="Karla Light"/>
                <a:cs typeface="Karla Light"/>
                <a:sym typeface="Karla Light"/>
              </a:defRPr>
            </a:lvl2pPr>
            <a:lvl3pPr indent="-482600" lvl="2" marL="1371600">
              <a:spcBef>
                <a:spcPts val="1200"/>
              </a:spcBef>
              <a:spcAft>
                <a:spcPts val="0"/>
              </a:spcAft>
              <a:buClr>
                <a:schemeClr val="accent5"/>
              </a:buClr>
              <a:buSzPts val="4000"/>
              <a:buFont typeface="Karla Light"/>
              <a:buChar char="▫"/>
              <a:defRPr sz="4000">
                <a:solidFill>
                  <a:schemeClr val="dk1"/>
                </a:solidFill>
                <a:latin typeface="Karla Light"/>
                <a:ea typeface="Karla Light"/>
                <a:cs typeface="Karla Light"/>
                <a:sym typeface="Karla Light"/>
              </a:defRPr>
            </a:lvl3pPr>
            <a:lvl4pPr indent="-482600" lvl="3" marL="1828800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Karla Light"/>
              <a:buChar char="▫"/>
              <a:defRPr sz="4000">
                <a:solidFill>
                  <a:schemeClr val="dk1"/>
                </a:solidFill>
                <a:latin typeface="Karla Light"/>
                <a:ea typeface="Karla Light"/>
                <a:cs typeface="Karla Light"/>
                <a:sym typeface="Karla Light"/>
              </a:defRPr>
            </a:lvl4pPr>
            <a:lvl5pPr indent="-482600" lvl="4" marL="2286000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Karla Light"/>
              <a:buChar char="▫"/>
              <a:defRPr sz="4000">
                <a:solidFill>
                  <a:schemeClr val="dk1"/>
                </a:solidFill>
                <a:latin typeface="Karla Light"/>
                <a:ea typeface="Karla Light"/>
                <a:cs typeface="Karla Light"/>
                <a:sym typeface="Karla Light"/>
              </a:defRPr>
            </a:lvl5pPr>
            <a:lvl6pPr indent="-482600" lvl="5" marL="2743200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Karla Light"/>
              <a:buChar char="▫"/>
              <a:defRPr sz="4000">
                <a:solidFill>
                  <a:schemeClr val="dk1"/>
                </a:solidFill>
                <a:latin typeface="Karla Light"/>
                <a:ea typeface="Karla Light"/>
                <a:cs typeface="Karla Light"/>
                <a:sym typeface="Karla Light"/>
              </a:defRPr>
            </a:lvl6pPr>
            <a:lvl7pPr indent="-482600" lvl="6" marL="3200400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Karla Light"/>
              <a:buChar char="▫"/>
              <a:defRPr sz="4000">
                <a:solidFill>
                  <a:schemeClr val="dk1"/>
                </a:solidFill>
                <a:latin typeface="Karla Light"/>
                <a:ea typeface="Karla Light"/>
                <a:cs typeface="Karla Light"/>
                <a:sym typeface="Karla Light"/>
              </a:defRPr>
            </a:lvl7pPr>
            <a:lvl8pPr indent="-482600" lvl="7" marL="3657600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Karla Light"/>
              <a:buChar char="▫"/>
              <a:defRPr sz="4000">
                <a:solidFill>
                  <a:schemeClr val="dk1"/>
                </a:solidFill>
                <a:latin typeface="Karla Light"/>
                <a:ea typeface="Karla Light"/>
                <a:cs typeface="Karla Light"/>
                <a:sym typeface="Karla Light"/>
              </a:defRPr>
            </a:lvl8pPr>
            <a:lvl9pPr indent="-482600" lvl="8" marL="4114800"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4000"/>
              <a:buFont typeface="Karla Light"/>
              <a:buChar char="▫"/>
              <a:defRPr sz="4000">
                <a:solidFill>
                  <a:schemeClr val="dk1"/>
                </a:solidFill>
                <a:latin typeface="Karla Light"/>
                <a:ea typeface="Karla Light"/>
                <a:cs typeface="Karla Light"/>
                <a:sym typeface="Karla Ligh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6912957" y="259302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None/>
              <a:defRPr sz="2400">
                <a:solidFill>
                  <a:schemeClr val="dk2"/>
                </a:solidFill>
                <a:latin typeface="Karla Light"/>
                <a:ea typeface="Karla Light"/>
                <a:cs typeface="Karla Light"/>
                <a:sym typeface="Karla Light"/>
              </a:defRPr>
            </a:lvl1pPr>
            <a:lvl2pPr lvl="1" algn="r">
              <a:buNone/>
              <a:defRPr sz="2400">
                <a:solidFill>
                  <a:schemeClr val="dk2"/>
                </a:solidFill>
                <a:latin typeface="Karla Light"/>
                <a:ea typeface="Karla Light"/>
                <a:cs typeface="Karla Light"/>
                <a:sym typeface="Karla Light"/>
              </a:defRPr>
            </a:lvl2pPr>
            <a:lvl3pPr lvl="2" algn="r">
              <a:buNone/>
              <a:defRPr sz="2400">
                <a:solidFill>
                  <a:schemeClr val="dk2"/>
                </a:solidFill>
                <a:latin typeface="Karla Light"/>
                <a:ea typeface="Karla Light"/>
                <a:cs typeface="Karla Light"/>
                <a:sym typeface="Karla Light"/>
              </a:defRPr>
            </a:lvl3pPr>
            <a:lvl4pPr lvl="3" algn="r">
              <a:buNone/>
              <a:defRPr sz="2400">
                <a:solidFill>
                  <a:schemeClr val="dk2"/>
                </a:solidFill>
                <a:latin typeface="Karla Light"/>
                <a:ea typeface="Karla Light"/>
                <a:cs typeface="Karla Light"/>
                <a:sym typeface="Karla Light"/>
              </a:defRPr>
            </a:lvl4pPr>
            <a:lvl5pPr lvl="4" algn="r">
              <a:buNone/>
              <a:defRPr sz="2400">
                <a:solidFill>
                  <a:schemeClr val="dk2"/>
                </a:solidFill>
                <a:latin typeface="Karla Light"/>
                <a:ea typeface="Karla Light"/>
                <a:cs typeface="Karla Light"/>
                <a:sym typeface="Karla Light"/>
              </a:defRPr>
            </a:lvl5pPr>
            <a:lvl6pPr lvl="5" algn="r">
              <a:buNone/>
              <a:defRPr sz="2400">
                <a:solidFill>
                  <a:schemeClr val="dk2"/>
                </a:solidFill>
                <a:latin typeface="Karla Light"/>
                <a:ea typeface="Karla Light"/>
                <a:cs typeface="Karla Light"/>
                <a:sym typeface="Karla Light"/>
              </a:defRPr>
            </a:lvl6pPr>
            <a:lvl7pPr lvl="6" algn="r">
              <a:buNone/>
              <a:defRPr sz="2400">
                <a:solidFill>
                  <a:schemeClr val="dk2"/>
                </a:solidFill>
                <a:latin typeface="Karla Light"/>
                <a:ea typeface="Karla Light"/>
                <a:cs typeface="Karla Light"/>
                <a:sym typeface="Karla Light"/>
              </a:defRPr>
            </a:lvl7pPr>
            <a:lvl8pPr lvl="7" algn="r">
              <a:buNone/>
              <a:defRPr sz="2400">
                <a:solidFill>
                  <a:schemeClr val="dk2"/>
                </a:solidFill>
                <a:latin typeface="Karla Light"/>
                <a:ea typeface="Karla Light"/>
                <a:cs typeface="Karla Light"/>
                <a:sym typeface="Karla Light"/>
              </a:defRPr>
            </a:lvl8pPr>
            <a:lvl9pPr lvl="8" algn="r">
              <a:buNone/>
              <a:defRPr sz="2400">
                <a:solidFill>
                  <a:schemeClr val="dk2"/>
                </a:solidFill>
                <a:latin typeface="Karla Light"/>
                <a:ea typeface="Karla Light"/>
                <a:cs typeface="Karla Light"/>
                <a:sym typeface="Karla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Relationship Id="rId4" Type="http://schemas.openxmlformats.org/officeDocument/2006/relationships/image" Target="../media/image3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6.png"/><Relationship Id="rId9" Type="http://schemas.openxmlformats.org/officeDocument/2006/relationships/image" Target="../media/image2.png"/><Relationship Id="rId5" Type="http://schemas.openxmlformats.org/officeDocument/2006/relationships/image" Target="../media/image32.jpg"/><Relationship Id="rId6" Type="http://schemas.openxmlformats.org/officeDocument/2006/relationships/image" Target="../media/image3.jpg"/><Relationship Id="rId7" Type="http://schemas.openxmlformats.org/officeDocument/2006/relationships/image" Target="../media/image15.jpg"/><Relationship Id="rId8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7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7.png"/><Relationship Id="rId4" Type="http://schemas.openxmlformats.org/officeDocument/2006/relationships/image" Target="../media/image6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7.png"/><Relationship Id="rId4" Type="http://schemas.openxmlformats.org/officeDocument/2006/relationships/image" Target="../media/image13.png"/><Relationship Id="rId5" Type="http://schemas.openxmlformats.org/officeDocument/2006/relationships/image" Target="../media/image35.png"/><Relationship Id="rId6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4.png"/><Relationship Id="rId4" Type="http://schemas.openxmlformats.org/officeDocument/2006/relationships/image" Target="../media/image8.png"/><Relationship Id="rId5" Type="http://schemas.openxmlformats.org/officeDocument/2006/relationships/image" Target="../media/image27.png"/><Relationship Id="rId6" Type="http://schemas.openxmlformats.org/officeDocument/2006/relationships/image" Target="../media/image14.png"/><Relationship Id="rId7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Relationship Id="rId4" Type="http://schemas.openxmlformats.org/officeDocument/2006/relationships/image" Target="../media/image1.png"/><Relationship Id="rId9" Type="http://schemas.openxmlformats.org/officeDocument/2006/relationships/image" Target="../media/image16.png"/><Relationship Id="rId5" Type="http://schemas.openxmlformats.org/officeDocument/2006/relationships/image" Target="../media/image34.png"/><Relationship Id="rId6" Type="http://schemas.openxmlformats.org/officeDocument/2006/relationships/image" Target="../media/image8.png"/><Relationship Id="rId7" Type="http://schemas.openxmlformats.org/officeDocument/2006/relationships/image" Target="../media/image27.png"/><Relationship Id="rId8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7.png"/><Relationship Id="rId4" Type="http://schemas.openxmlformats.org/officeDocument/2006/relationships/image" Target="../media/image1.png"/><Relationship Id="rId5" Type="http://schemas.openxmlformats.org/officeDocument/2006/relationships/image" Target="../media/image2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7.png"/><Relationship Id="rId4" Type="http://schemas.openxmlformats.org/officeDocument/2006/relationships/image" Target="../media/image1.png"/><Relationship Id="rId5" Type="http://schemas.openxmlformats.org/officeDocument/2006/relationships/image" Target="../media/image1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docs.python.org/es/3/library/index.html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jpg"/><Relationship Id="rId4" Type="http://schemas.openxmlformats.org/officeDocument/2006/relationships/image" Target="../media/image29.png"/><Relationship Id="rId5" Type="http://schemas.openxmlformats.org/officeDocument/2006/relationships/image" Target="../media/image1.png"/><Relationship Id="rId6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/>
          <p:nvPr>
            <p:ph type="ctrTitle"/>
          </p:nvPr>
        </p:nvSpPr>
        <p:spPr>
          <a:xfrm>
            <a:off x="1828800" y="4348150"/>
            <a:ext cx="13121700" cy="2883000"/>
          </a:xfrm>
          <a:prstGeom prst="rect">
            <a:avLst/>
          </a:prstGeom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0">
                <a:solidFill>
                  <a:srgbClr val="44546A"/>
                </a:solidFill>
                <a:highlight>
                  <a:schemeClr val="dk1"/>
                </a:highlight>
              </a:rPr>
              <a:t> </a:t>
            </a:r>
            <a:r>
              <a:rPr lang="en" sz="12000">
                <a:solidFill>
                  <a:schemeClr val="lt1"/>
                </a:solidFill>
                <a:highlight>
                  <a:schemeClr val="dk1"/>
                </a:highlight>
              </a:rPr>
              <a:t>MÓDULO 00</a:t>
            </a:r>
            <a:r>
              <a:rPr lang="en" sz="12000">
                <a:highlight>
                  <a:schemeClr val="dk1"/>
                </a:highlight>
              </a:rPr>
              <a:t>.</a:t>
            </a:r>
            <a:endParaRPr sz="12000"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4800">
                <a:solidFill>
                  <a:schemeClr val="lt1"/>
                </a:solidFill>
                <a:highlight>
                  <a:schemeClr val="dk1"/>
                </a:highlight>
              </a:rPr>
              <a:t>  Python 101 Repaso</a:t>
            </a:r>
            <a:r>
              <a:rPr b="0" lang="en" sz="4800">
                <a:solidFill>
                  <a:srgbClr val="3F3F3F"/>
                </a:solidFill>
                <a:highlight>
                  <a:schemeClr val="dk1"/>
                </a:highlight>
              </a:rPr>
              <a:t>.</a:t>
            </a:r>
            <a:r>
              <a:rPr b="0" lang="en" sz="4800">
                <a:solidFill>
                  <a:schemeClr val="lt1"/>
                </a:solidFill>
                <a:highlight>
                  <a:schemeClr val="dk1"/>
                </a:highlight>
              </a:rPr>
              <a:t> </a:t>
            </a:r>
            <a:endParaRPr b="0" sz="4800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3073800" y="7915350"/>
            <a:ext cx="5505600" cy="11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  <a:highlight>
                  <a:schemeClr val="dk1"/>
                </a:highlight>
                <a:latin typeface="Roboto"/>
                <a:ea typeface="Roboto"/>
                <a:cs typeface="Roboto"/>
                <a:sym typeface="Roboto"/>
              </a:rPr>
              <a:t> David (Bubu) </a:t>
            </a:r>
            <a:r>
              <a:rPr b="1" lang="en" sz="2400">
                <a:solidFill>
                  <a:schemeClr val="lt1"/>
                </a:solidFill>
                <a:highlight>
                  <a:schemeClr val="dk1"/>
                </a:highlight>
                <a:latin typeface="Roboto"/>
                <a:ea typeface="Roboto"/>
                <a:cs typeface="Roboto"/>
                <a:sym typeface="Roboto"/>
              </a:rPr>
              <a:t>💻</a:t>
            </a:r>
            <a:r>
              <a:rPr b="1" lang="en" sz="2400">
                <a:solidFill>
                  <a:schemeClr val="dk1"/>
                </a:solidFill>
                <a:highlight>
                  <a:schemeClr val="dk1"/>
                </a:highlight>
                <a:latin typeface="Roboto"/>
                <a:ea typeface="Roboto"/>
                <a:cs typeface="Roboto"/>
                <a:sym typeface="Roboto"/>
              </a:rPr>
              <a:t>.</a:t>
            </a:r>
            <a:br>
              <a:rPr b="1" lang="en" sz="2400">
                <a:solidFill>
                  <a:schemeClr val="dk1"/>
                </a:solidFill>
                <a:highlight>
                  <a:schemeClr val="dk1"/>
                </a:highlight>
                <a:latin typeface="Roboto"/>
                <a:ea typeface="Roboto"/>
                <a:cs typeface="Roboto"/>
                <a:sym typeface="Roboto"/>
              </a:rPr>
            </a:br>
            <a:r>
              <a:rPr b="1" lang="en" sz="2400">
                <a:solidFill>
                  <a:schemeClr val="dk1"/>
                </a:solidFill>
                <a:highlight>
                  <a:schemeClr val="dk1"/>
                </a:highlight>
                <a:latin typeface="Roboto"/>
                <a:ea typeface="Roboto"/>
                <a:cs typeface="Roboto"/>
                <a:sym typeface="Roboto"/>
              </a:rPr>
              <a:t>-</a:t>
            </a:r>
            <a:r>
              <a:rPr lang="en" sz="2400">
                <a:solidFill>
                  <a:schemeClr val="lt1"/>
                </a:solidFill>
                <a:highlight>
                  <a:schemeClr val="dk1"/>
                </a:highlight>
                <a:latin typeface="Roboto Light"/>
                <a:ea typeface="Roboto Light"/>
                <a:cs typeface="Roboto Light"/>
                <a:sym typeface="Roboto Light"/>
              </a:rPr>
              <a:t>Full Stack &amp; Data Analyst</a:t>
            </a:r>
            <a:r>
              <a:rPr lang="en" sz="2400">
                <a:solidFill>
                  <a:srgbClr val="44546A"/>
                </a:solidFill>
                <a:highlight>
                  <a:schemeClr val="dk1"/>
                </a:highlight>
                <a:latin typeface="Roboto Light"/>
                <a:ea typeface="Roboto Light"/>
                <a:cs typeface="Roboto Light"/>
                <a:sym typeface="Roboto Light"/>
              </a:rPr>
              <a:t> .</a:t>
            </a:r>
            <a:endParaRPr sz="2000">
              <a:solidFill>
                <a:schemeClr val="dk1"/>
              </a:solidFill>
              <a:highlight>
                <a:schemeClr val="dk1"/>
              </a:highlight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28807" y="7906052"/>
            <a:ext cx="1210800" cy="12108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Karla Light"/>
              <a:ea typeface="Karla Light"/>
              <a:cs typeface="Karla Light"/>
              <a:sym typeface="Karla Light"/>
            </a:endParaRPr>
          </a:p>
        </p:txBody>
      </p:sp>
      <p:sp>
        <p:nvSpPr>
          <p:cNvPr id="78" name="Google Shape;78;p15"/>
          <p:cNvSpPr txBox="1"/>
          <p:nvPr>
            <p:ph idx="12" type="sldNum"/>
          </p:nvPr>
        </p:nvSpPr>
        <p:spPr>
          <a:xfrm>
            <a:off x="16912957" y="259302"/>
            <a:ext cx="1097400" cy="7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9" name="Google Shape;7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7851537" y="9427692"/>
            <a:ext cx="270564" cy="270552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5"/>
          <p:cNvSpPr txBox="1"/>
          <p:nvPr/>
        </p:nvSpPr>
        <p:spPr>
          <a:xfrm rot="-5400000">
            <a:off x="16909225" y="8134525"/>
            <a:ext cx="2155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 sz="1600">
                <a:solidFill>
                  <a:srgbClr val="2E363D"/>
                </a:solidFill>
                <a:latin typeface="Roboto Light"/>
                <a:ea typeface="Roboto Light"/>
                <a:cs typeface="Roboto Light"/>
                <a:sym typeface="Roboto Light"/>
              </a:rPr>
              <a:t>@</a:t>
            </a:r>
            <a:r>
              <a:rPr lang="en" sz="1600">
                <a:solidFill>
                  <a:srgbClr val="2E363D"/>
                </a:solidFill>
                <a:latin typeface="Roboto Light"/>
                <a:ea typeface="Roboto Light"/>
                <a:cs typeface="Roboto Light"/>
                <a:sym typeface="Roboto Light"/>
              </a:rPr>
              <a:t>bubusaurio_rex</a:t>
            </a:r>
            <a:endParaRPr sz="1600">
              <a:solidFill>
                <a:srgbClr val="2E363D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1109150" y="1905444"/>
            <a:ext cx="10792500" cy="1412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rgbClr val="000000"/>
                </a:solidFill>
                <a:latin typeface="Encode Sans Semi Condensed Black"/>
                <a:ea typeface="Encode Sans Semi Condensed Black"/>
                <a:cs typeface="Encode Sans Semi Condensed Black"/>
                <a:sym typeface="Encode Sans Semi Condensed Black"/>
              </a:rPr>
              <a:t>INSTRUCTOR</a:t>
            </a:r>
            <a:endParaRPr sz="6000">
              <a:solidFill>
                <a:srgbClr val="000000"/>
              </a:solidFill>
              <a:latin typeface="Encode Sans Semi Condensed Black"/>
              <a:ea typeface="Encode Sans Semi Condensed Black"/>
              <a:cs typeface="Encode Sans Semi Condensed Black"/>
              <a:sym typeface="Encode Sans Semi Condensed Black"/>
            </a:endParaRPr>
          </a:p>
        </p:txBody>
      </p:sp>
      <p:pic>
        <p:nvPicPr>
          <p:cNvPr id="82" name="Google Shape;8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02037" y="3763303"/>
            <a:ext cx="3078900" cy="30789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83" name="Google Shape;83;p15"/>
          <p:cNvSpPr txBox="1"/>
          <p:nvPr/>
        </p:nvSpPr>
        <p:spPr>
          <a:xfrm>
            <a:off x="854550" y="7096296"/>
            <a:ext cx="3973800" cy="21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Poppins"/>
                <a:ea typeface="Poppins"/>
                <a:cs typeface="Poppins"/>
                <a:sym typeface="Poppins"/>
              </a:rPr>
              <a:t>David Pedroza Segoviano</a:t>
            </a:r>
            <a:br>
              <a:rPr lang="en" sz="1800">
                <a:latin typeface="Poppins"/>
                <a:ea typeface="Poppins"/>
                <a:cs typeface="Poppins"/>
                <a:sym typeface="Poppins"/>
              </a:rPr>
            </a:br>
            <a:r>
              <a:rPr lang="en" sz="180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Lead Software Engineer</a:t>
            </a:r>
            <a:br>
              <a:rPr lang="en" sz="180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80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(BPhysics)</a:t>
            </a:r>
            <a:endParaRPr sz="1800">
              <a:solidFill>
                <a:srgbClr val="66666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Anteriormente:</a:t>
            </a:r>
            <a:r>
              <a:rPr lang="en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Lead Full Stack en Codeando México, Data Analyst en Deloitte, TA &amp; instructor </a:t>
            </a:r>
            <a:r>
              <a:rPr lang="en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 en Clubes de Ciencia y GitHub Campus Alumni.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400"/>
              </a:spcBef>
              <a:spcAft>
                <a:spcPts val="400"/>
              </a:spcAft>
              <a:buNone/>
            </a:pPr>
            <a:r>
              <a:t/>
            </a:r>
            <a:endParaRPr sz="1800"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84" name="Google Shape;84;p15"/>
          <p:cNvGrpSpPr/>
          <p:nvPr/>
        </p:nvGrpSpPr>
        <p:grpSpPr>
          <a:xfrm>
            <a:off x="5767074" y="5848399"/>
            <a:ext cx="4170651" cy="3548539"/>
            <a:chOff x="2899283" y="2977424"/>
            <a:chExt cx="2017341" cy="1716426"/>
          </a:xfrm>
        </p:grpSpPr>
        <p:pic>
          <p:nvPicPr>
            <p:cNvPr id="85" name="Google Shape;85;p15"/>
            <p:cNvPicPr preferRelativeResize="0"/>
            <p:nvPr/>
          </p:nvPicPr>
          <p:blipFill rotWithShape="1">
            <a:blip r:embed="rId5">
              <a:alphaModFix/>
            </a:blip>
            <a:srcRect b="13967" l="0" r="0" t="13967"/>
            <a:stretch/>
          </p:blipFill>
          <p:spPr>
            <a:xfrm>
              <a:off x="3377024" y="2977424"/>
              <a:ext cx="1539600" cy="1387500"/>
            </a:xfrm>
            <a:prstGeom prst="roundRect">
              <a:avLst>
                <a:gd fmla="val 799" name="adj"/>
              </a:avLst>
            </a:prstGeom>
            <a:noFill/>
            <a:ln>
              <a:noFill/>
            </a:ln>
            <a:effectLst>
              <a:outerShdw blurRad="157163" rotWithShape="0" algn="bl" dir="5400000" dist="66675">
                <a:srgbClr val="000000">
                  <a:alpha val="50000"/>
                </a:srgbClr>
              </a:outerShdw>
            </a:effectLst>
          </p:spPr>
        </p:pic>
        <p:pic>
          <p:nvPicPr>
            <p:cNvPr id="86" name="Google Shape;86;p15"/>
            <p:cNvPicPr preferRelativeResize="0"/>
            <p:nvPr/>
          </p:nvPicPr>
          <p:blipFill rotWithShape="1">
            <a:blip r:embed="rId6">
              <a:alphaModFix/>
            </a:blip>
            <a:srcRect b="19208" l="0" r="0" t="19208"/>
            <a:stretch/>
          </p:blipFill>
          <p:spPr>
            <a:xfrm>
              <a:off x="2899283" y="4010750"/>
              <a:ext cx="1109216" cy="683100"/>
            </a:xfrm>
            <a:prstGeom prst="rect">
              <a:avLst/>
            </a:prstGeom>
            <a:noFill/>
            <a:ln>
              <a:noFill/>
            </a:ln>
            <a:effectLst>
              <a:outerShdw blurRad="314325" rotWithShape="0" algn="bl" dir="5400000" dist="104775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87" name="Google Shape;87;p15"/>
          <p:cNvPicPr preferRelativeResize="0"/>
          <p:nvPr/>
        </p:nvPicPr>
        <p:blipFill rotWithShape="1">
          <a:blip r:embed="rId7">
            <a:alphaModFix/>
          </a:blip>
          <a:srcRect b="24457" l="0" r="0" t="11048"/>
          <a:stretch/>
        </p:blipFill>
        <p:spPr>
          <a:xfrm>
            <a:off x="11690441" y="7096300"/>
            <a:ext cx="4170650" cy="1792801"/>
          </a:xfrm>
          <a:prstGeom prst="rect">
            <a:avLst/>
          </a:prstGeom>
          <a:noFill/>
          <a:ln>
            <a:noFill/>
          </a:ln>
          <a:effectLst>
            <a:outerShdw blurRad="157163" rotWithShape="0" algn="bl" dir="5400000" dist="66675">
              <a:srgbClr val="000000">
                <a:alpha val="50000"/>
              </a:srgbClr>
            </a:outerShdw>
          </a:effectLst>
        </p:spPr>
      </p:pic>
      <p:cxnSp>
        <p:nvCxnSpPr>
          <p:cNvPr id="88" name="Google Shape;88;p15"/>
          <p:cNvCxnSpPr>
            <a:stCxn id="82" idx="6"/>
            <a:endCxn id="87" idx="1"/>
          </p:cNvCxnSpPr>
          <p:nvPr/>
        </p:nvCxnSpPr>
        <p:spPr>
          <a:xfrm>
            <a:off x="4380937" y="5302753"/>
            <a:ext cx="7309500" cy="2689800"/>
          </a:xfrm>
          <a:prstGeom prst="bentConnector3">
            <a:avLst>
              <a:gd fmla="val 88453" name="adj1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" name="Google Shape;89;p15"/>
          <p:cNvCxnSpPr>
            <a:stCxn id="82" idx="6"/>
            <a:endCxn id="90" idx="1"/>
          </p:cNvCxnSpPr>
          <p:nvPr/>
        </p:nvCxnSpPr>
        <p:spPr>
          <a:xfrm flipH="1" rot="10800000">
            <a:off x="4380937" y="4359553"/>
            <a:ext cx="8023800" cy="943200"/>
          </a:xfrm>
          <a:prstGeom prst="bentConnector3">
            <a:avLst>
              <a:gd fmla="val 49999" name="adj1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" name="Google Shape;91;p15"/>
          <p:cNvCxnSpPr>
            <a:stCxn id="82" idx="6"/>
            <a:endCxn id="85" idx="1"/>
          </p:cNvCxnSpPr>
          <p:nvPr/>
        </p:nvCxnSpPr>
        <p:spPr>
          <a:xfrm>
            <a:off x="4380937" y="5302753"/>
            <a:ext cx="2373900" cy="1980000"/>
          </a:xfrm>
          <a:prstGeom prst="bentConnector3">
            <a:avLst>
              <a:gd fmla="val 62234" name="adj1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92" name="Google Shape;92;p15"/>
          <p:cNvGrpSpPr/>
          <p:nvPr/>
        </p:nvGrpSpPr>
        <p:grpSpPr>
          <a:xfrm>
            <a:off x="10201174" y="4322088"/>
            <a:ext cx="978707" cy="978707"/>
            <a:chOff x="1786339" y="1703401"/>
            <a:chExt cx="473400" cy="473400"/>
          </a:xfrm>
        </p:grpSpPr>
        <p:sp>
          <p:nvSpPr>
            <p:cNvPr id="93" name="Google Shape;93;p15"/>
            <p:cNvSpPr/>
            <p:nvPr/>
          </p:nvSpPr>
          <p:spPr>
            <a:xfrm rot="8100000">
              <a:off x="1855667" y="1772729"/>
              <a:ext cx="334744" cy="334744"/>
            </a:xfrm>
            <a:prstGeom prst="teardrop">
              <a:avLst>
                <a:gd fmla="val 100000" name="adj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94" name="Google Shape;94;p15"/>
            <p:cNvSpPr/>
            <p:nvPr/>
          </p:nvSpPr>
          <p:spPr>
            <a:xfrm>
              <a:off x="1932154" y="1849200"/>
              <a:ext cx="181800" cy="1818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‘</a:t>
              </a:r>
              <a:r>
                <a:rPr lang="en">
                  <a:latin typeface="Poppins"/>
                  <a:ea typeface="Poppins"/>
                  <a:cs typeface="Poppins"/>
                  <a:sym typeface="Poppins"/>
                </a:rPr>
                <a:t>20</a:t>
              </a:r>
              <a:endParaRPr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95" name="Google Shape;95;p15"/>
          <p:cNvGrpSpPr/>
          <p:nvPr/>
        </p:nvGrpSpPr>
        <p:grpSpPr>
          <a:xfrm>
            <a:off x="5364869" y="4322088"/>
            <a:ext cx="978707" cy="978707"/>
            <a:chOff x="1786339" y="1703401"/>
            <a:chExt cx="473400" cy="473400"/>
          </a:xfrm>
        </p:grpSpPr>
        <p:sp>
          <p:nvSpPr>
            <p:cNvPr id="96" name="Google Shape;96;p15"/>
            <p:cNvSpPr/>
            <p:nvPr/>
          </p:nvSpPr>
          <p:spPr>
            <a:xfrm rot="8100000">
              <a:off x="1855667" y="1772729"/>
              <a:ext cx="334744" cy="334744"/>
            </a:xfrm>
            <a:prstGeom prst="teardrop">
              <a:avLst>
                <a:gd fmla="val 100000" name="adj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97" name="Google Shape;97;p15"/>
            <p:cNvSpPr/>
            <p:nvPr/>
          </p:nvSpPr>
          <p:spPr>
            <a:xfrm>
              <a:off x="1932154" y="1849200"/>
              <a:ext cx="181800" cy="1818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‘17</a:t>
              </a:r>
              <a:endParaRPr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cxnSp>
        <p:nvCxnSpPr>
          <p:cNvPr id="98" name="Google Shape;98;p15"/>
          <p:cNvCxnSpPr>
            <a:stCxn id="82" idx="6"/>
            <a:endCxn id="99" idx="1"/>
          </p:cNvCxnSpPr>
          <p:nvPr/>
        </p:nvCxnSpPr>
        <p:spPr>
          <a:xfrm flipH="1" rot="10800000">
            <a:off x="4380937" y="3005653"/>
            <a:ext cx="3852900" cy="2297100"/>
          </a:xfrm>
          <a:prstGeom prst="bentConnector3">
            <a:avLst>
              <a:gd fmla="val 49999" name="adj1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00" name="Google Shape;100;p15"/>
          <p:cNvGrpSpPr/>
          <p:nvPr/>
        </p:nvGrpSpPr>
        <p:grpSpPr>
          <a:xfrm>
            <a:off x="11107933" y="3380846"/>
            <a:ext cx="978707" cy="978707"/>
            <a:chOff x="1786339" y="1703401"/>
            <a:chExt cx="473400" cy="473400"/>
          </a:xfrm>
        </p:grpSpPr>
        <p:sp>
          <p:nvSpPr>
            <p:cNvPr id="101" name="Google Shape;101;p15"/>
            <p:cNvSpPr/>
            <p:nvPr/>
          </p:nvSpPr>
          <p:spPr>
            <a:xfrm rot="8100000">
              <a:off x="1855667" y="1772729"/>
              <a:ext cx="334744" cy="334744"/>
            </a:xfrm>
            <a:prstGeom prst="teardrop">
              <a:avLst>
                <a:gd fmla="val 100000" name="adj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02" name="Google Shape;102;p15"/>
            <p:cNvSpPr/>
            <p:nvPr/>
          </p:nvSpPr>
          <p:spPr>
            <a:xfrm>
              <a:off x="1932154" y="1849200"/>
              <a:ext cx="181800" cy="1818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‘2</a:t>
              </a:r>
              <a:r>
                <a:rPr lang="en">
                  <a:latin typeface="Poppins"/>
                  <a:ea typeface="Poppins"/>
                  <a:cs typeface="Poppins"/>
                  <a:sym typeface="Poppins"/>
                </a:rPr>
                <a:t>3</a:t>
              </a:r>
              <a:endParaRPr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03" name="Google Shape;103;p15"/>
          <p:cNvGrpSpPr/>
          <p:nvPr/>
        </p:nvGrpSpPr>
        <p:grpSpPr>
          <a:xfrm>
            <a:off x="7037459" y="2015777"/>
            <a:ext cx="978707" cy="978707"/>
            <a:chOff x="1786339" y="1703401"/>
            <a:chExt cx="473400" cy="473400"/>
          </a:xfrm>
        </p:grpSpPr>
        <p:sp>
          <p:nvSpPr>
            <p:cNvPr id="104" name="Google Shape;104;p15"/>
            <p:cNvSpPr/>
            <p:nvPr/>
          </p:nvSpPr>
          <p:spPr>
            <a:xfrm rot="8100000">
              <a:off x="1855667" y="1772729"/>
              <a:ext cx="334744" cy="334744"/>
            </a:xfrm>
            <a:prstGeom prst="teardrop">
              <a:avLst>
                <a:gd fmla="val 100000" name="adj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05" name="Google Shape;105;p15"/>
            <p:cNvSpPr/>
            <p:nvPr/>
          </p:nvSpPr>
          <p:spPr>
            <a:xfrm>
              <a:off x="1932154" y="1849200"/>
              <a:ext cx="181800" cy="1818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Poppins"/>
                  <a:ea typeface="Poppins"/>
                  <a:cs typeface="Poppins"/>
                  <a:sym typeface="Poppins"/>
                </a:rPr>
                <a:t>‘19</a:t>
              </a:r>
              <a:endParaRPr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pic>
        <p:nvPicPr>
          <p:cNvPr id="90" name="Google Shape;90;p1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2404625" y="1905447"/>
            <a:ext cx="5632075" cy="4907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5"/>
          <p:cNvPicPr preferRelativeResize="0"/>
          <p:nvPr/>
        </p:nvPicPr>
        <p:blipFill rotWithShape="1">
          <a:blip r:embed="rId9">
            <a:alphaModFix/>
          </a:blip>
          <a:srcRect b="0" l="210" r="0" t="0"/>
          <a:stretch/>
        </p:blipFill>
        <p:spPr>
          <a:xfrm>
            <a:off x="8233737" y="2015775"/>
            <a:ext cx="2556206" cy="1980001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6"/>
          <p:cNvSpPr txBox="1"/>
          <p:nvPr>
            <p:ph idx="12" type="sldNum"/>
          </p:nvPr>
        </p:nvSpPr>
        <p:spPr>
          <a:xfrm>
            <a:off x="16912957" y="259302"/>
            <a:ext cx="1097400" cy="7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" name="Google Shape;111;p16"/>
          <p:cNvSpPr/>
          <p:nvPr/>
        </p:nvSpPr>
        <p:spPr>
          <a:xfrm>
            <a:off x="0" y="0"/>
            <a:ext cx="9147600" cy="1028700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pic>
        <p:nvPicPr>
          <p:cNvPr id="112" name="Google Shape;112;p16"/>
          <p:cNvPicPr preferRelativeResize="0"/>
          <p:nvPr/>
        </p:nvPicPr>
        <p:blipFill rotWithShape="1">
          <a:blip r:embed="rId3">
            <a:alphaModFix/>
          </a:blip>
          <a:srcRect b="0" l="20322" r="20411" t="0"/>
          <a:stretch/>
        </p:blipFill>
        <p:spPr>
          <a:xfrm>
            <a:off x="-7200" y="0"/>
            <a:ext cx="17457802" cy="10286998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6"/>
          <p:cNvSpPr txBox="1"/>
          <p:nvPr/>
        </p:nvSpPr>
        <p:spPr>
          <a:xfrm>
            <a:off x="702600" y="1046500"/>
            <a:ext cx="7742400" cy="87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-67945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Roboto"/>
              <a:buChar char="●"/>
            </a:pPr>
            <a:r>
              <a:rPr b="1" lang="en" sz="3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¿Qué es programar?</a:t>
            </a:r>
            <a:endParaRPr b="1" sz="3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3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679450" lvl="0" marL="9144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Roboto"/>
              <a:buChar char="●"/>
            </a:pPr>
            <a:r>
              <a:rPr b="1" lang="en" sz="3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¿Qué es y por qué Python?</a:t>
            </a:r>
            <a:endParaRPr b="1" sz="3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3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679450" lvl="0" marL="9144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Roboto"/>
              <a:buChar char="●"/>
            </a:pPr>
            <a:r>
              <a:rPr b="1" lang="en" sz="3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Introducción al entorno de trabajo</a:t>
            </a:r>
            <a:endParaRPr b="1" sz="3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679450" lvl="1" marL="18288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Roboto"/>
              <a:buChar char="○"/>
            </a:pPr>
            <a:r>
              <a:rPr b="1" lang="en" sz="3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Google Colab + Markdown</a:t>
            </a:r>
            <a:endParaRPr b="1" sz="3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3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679450" lvl="0" marL="9144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Roboto"/>
              <a:buChar char="●"/>
            </a:pPr>
            <a:r>
              <a:rPr b="1" lang="en" sz="3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I/O - ¡Hola Mundo!</a:t>
            </a:r>
            <a:endParaRPr b="1" sz="3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3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679450" lvl="0" marL="9144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Roboto"/>
              <a:buChar char="●"/>
            </a:pPr>
            <a:r>
              <a:rPr b="1" lang="en" sz="3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Variables, tipos y conversión</a:t>
            </a:r>
            <a:endParaRPr b="1" sz="3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3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679450" lvl="0" marL="914400" rtl="0" algn="l"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3500"/>
              <a:buFont typeface="Roboto"/>
              <a:buChar char="●"/>
            </a:pPr>
            <a:r>
              <a:rPr b="1" lang="en" sz="3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Operaciones básicas</a:t>
            </a:r>
            <a:endParaRPr b="1" sz="3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4" name="Google Shape;11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7851537" y="9427692"/>
            <a:ext cx="270564" cy="270552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6"/>
          <p:cNvSpPr txBox="1"/>
          <p:nvPr/>
        </p:nvSpPr>
        <p:spPr>
          <a:xfrm rot="-5400000">
            <a:off x="16909225" y="8134525"/>
            <a:ext cx="2155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 sz="1600">
                <a:solidFill>
                  <a:srgbClr val="2E363D"/>
                </a:solidFill>
                <a:latin typeface="Roboto Light"/>
                <a:ea typeface="Roboto Light"/>
                <a:cs typeface="Roboto Light"/>
                <a:sym typeface="Roboto Light"/>
              </a:rPr>
              <a:t>@bubusaurio_rex</a:t>
            </a:r>
            <a:endParaRPr sz="1600">
              <a:solidFill>
                <a:srgbClr val="2E363D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16" name="Google Shape;116;p16"/>
          <p:cNvSpPr txBox="1"/>
          <p:nvPr/>
        </p:nvSpPr>
        <p:spPr>
          <a:xfrm>
            <a:off x="8445000" y="1046500"/>
            <a:ext cx="8083500" cy="73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67945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Roboto"/>
              <a:buChar char="●"/>
            </a:pPr>
            <a:r>
              <a:rPr b="1" lang="en" sz="3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Condicionales</a:t>
            </a:r>
            <a:endParaRPr b="1" sz="3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3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679450" lvl="0" marL="9144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Roboto"/>
              <a:buChar char="●"/>
            </a:pPr>
            <a:r>
              <a:rPr b="1" lang="en" sz="3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Listas y tuplas</a:t>
            </a:r>
            <a:endParaRPr b="1" sz="3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3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679450" lvl="0" marL="9144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Roboto"/>
              <a:buChar char="●"/>
            </a:pPr>
            <a:r>
              <a:rPr b="1" lang="en" sz="3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Ciclos</a:t>
            </a:r>
            <a:endParaRPr b="1" sz="3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3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679450" lvl="0" marL="9144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Roboto"/>
              <a:buChar char="●"/>
            </a:pPr>
            <a:r>
              <a:rPr b="1" lang="en" sz="3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Diccionarios</a:t>
            </a:r>
            <a:endParaRPr b="1" sz="3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3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679450" lvl="0" marL="9144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Roboto"/>
              <a:buChar char="●"/>
            </a:pPr>
            <a:r>
              <a:rPr b="1" lang="en" sz="3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Funciones</a:t>
            </a:r>
            <a:endParaRPr b="1" sz="3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3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679450" lvl="0" marL="914400" rtl="0" algn="l"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3500"/>
              <a:buFont typeface="Roboto"/>
              <a:buChar char="●"/>
            </a:pPr>
            <a:r>
              <a:rPr b="1" lang="en" sz="3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Módulos y paquetes</a:t>
            </a:r>
            <a:endParaRPr b="1" sz="3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 txBox="1"/>
          <p:nvPr>
            <p:ph idx="12" type="sldNum"/>
          </p:nvPr>
        </p:nvSpPr>
        <p:spPr>
          <a:xfrm>
            <a:off x="16912957" y="259302"/>
            <a:ext cx="1097400" cy="7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2" name="Google Shape;122;p17"/>
          <p:cNvSpPr/>
          <p:nvPr/>
        </p:nvSpPr>
        <p:spPr>
          <a:xfrm>
            <a:off x="9140400" y="0"/>
            <a:ext cx="9147600" cy="1028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7"/>
          <p:cNvSpPr/>
          <p:nvPr/>
        </p:nvSpPr>
        <p:spPr>
          <a:xfrm>
            <a:off x="0" y="0"/>
            <a:ext cx="9147600" cy="1028700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pic>
        <p:nvPicPr>
          <p:cNvPr id="124" name="Google Shape;124;p17"/>
          <p:cNvPicPr preferRelativeResize="0"/>
          <p:nvPr/>
        </p:nvPicPr>
        <p:blipFill rotWithShape="1">
          <a:blip r:embed="rId3">
            <a:alphaModFix/>
          </a:blip>
          <a:srcRect b="0" l="20322" r="20411" t="0"/>
          <a:stretch/>
        </p:blipFill>
        <p:spPr>
          <a:xfrm>
            <a:off x="-7200" y="0"/>
            <a:ext cx="9147597" cy="10287002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7"/>
          <p:cNvSpPr txBox="1"/>
          <p:nvPr/>
        </p:nvSpPr>
        <p:spPr>
          <a:xfrm>
            <a:off x="702600" y="1839000"/>
            <a:ext cx="7742400" cy="52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chemeClr val="lt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rPr>
              <a:t>¿Qué es programar?</a:t>
            </a:r>
            <a:endParaRPr b="1" sz="4800">
              <a:solidFill>
                <a:schemeClr val="lt1"/>
              </a:solidFill>
              <a:latin typeface="Encode Sans Semi Condensed"/>
              <a:ea typeface="Encode Sans Semi Condensed"/>
              <a:cs typeface="Encode Sans Semi Condensed"/>
              <a:sym typeface="Encode Sans Semi Condense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1200"/>
              </a:spcBef>
              <a:spcAft>
                <a:spcPts val="1000"/>
              </a:spcAft>
              <a:buNone/>
            </a:pPr>
            <a:r>
              <a:rPr lang="en" sz="28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Programar consiste en escribir órdenes o instrucciones para una máquina, generalmente con sentencias de código en un lenguaje de programación. Un lenguaje de programación es un conjunto de palabras que tienen una sintaxis y que dadas de manera en que hagan sentido, se traducen a código binario que una máquina puede interpretar.</a:t>
            </a:r>
            <a:endParaRPr sz="28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26" name="Google Shape;12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717800" y="3944025"/>
            <a:ext cx="1877014" cy="188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656787" y="3944025"/>
            <a:ext cx="1877014" cy="1883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8" name="Google Shape;128;p17"/>
          <p:cNvCxnSpPr/>
          <p:nvPr/>
        </p:nvCxnSpPr>
        <p:spPr>
          <a:xfrm>
            <a:off x="12772433" y="4885625"/>
            <a:ext cx="1707000" cy="0"/>
          </a:xfrm>
          <a:prstGeom prst="straightConnector1">
            <a:avLst/>
          </a:prstGeom>
          <a:noFill/>
          <a:ln cap="flat" cmpd="sng" w="28575">
            <a:solidFill>
              <a:srgbClr val="3F3F3F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29" name="Google Shape;129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5400000">
            <a:off x="17737212" y="9785117"/>
            <a:ext cx="270564" cy="270552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7"/>
          <p:cNvSpPr txBox="1"/>
          <p:nvPr/>
        </p:nvSpPr>
        <p:spPr>
          <a:xfrm rot="-5400000">
            <a:off x="16794900" y="8491950"/>
            <a:ext cx="2155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 sz="1600">
                <a:solidFill>
                  <a:srgbClr val="2E363D"/>
                </a:solidFill>
                <a:latin typeface="Roboto Light"/>
                <a:ea typeface="Roboto Light"/>
                <a:cs typeface="Roboto Light"/>
                <a:sym typeface="Roboto Light"/>
              </a:rPr>
              <a:t>@bubusaurio_rex</a:t>
            </a:r>
            <a:endParaRPr sz="1600">
              <a:solidFill>
                <a:srgbClr val="2E363D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8"/>
          <p:cNvSpPr txBox="1"/>
          <p:nvPr>
            <p:ph idx="12" type="sldNum"/>
          </p:nvPr>
        </p:nvSpPr>
        <p:spPr>
          <a:xfrm>
            <a:off x="16912957" y="259302"/>
            <a:ext cx="1097400" cy="7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6" name="Google Shape;136;p18"/>
          <p:cNvSpPr/>
          <p:nvPr/>
        </p:nvSpPr>
        <p:spPr>
          <a:xfrm>
            <a:off x="9140400" y="0"/>
            <a:ext cx="9147600" cy="1028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8"/>
          <p:cNvSpPr/>
          <p:nvPr/>
        </p:nvSpPr>
        <p:spPr>
          <a:xfrm>
            <a:off x="0" y="0"/>
            <a:ext cx="91476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pic>
        <p:nvPicPr>
          <p:cNvPr id="138" name="Google Shape;138;p18"/>
          <p:cNvPicPr preferRelativeResize="0"/>
          <p:nvPr/>
        </p:nvPicPr>
        <p:blipFill rotWithShape="1">
          <a:blip r:embed="rId3">
            <a:alphaModFix/>
          </a:blip>
          <a:srcRect b="0" l="20322" r="20411" t="0"/>
          <a:stretch/>
        </p:blipFill>
        <p:spPr>
          <a:xfrm>
            <a:off x="8623675" y="0"/>
            <a:ext cx="9664323" cy="10286998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8"/>
          <p:cNvSpPr txBox="1"/>
          <p:nvPr/>
        </p:nvSpPr>
        <p:spPr>
          <a:xfrm>
            <a:off x="9333475" y="1046500"/>
            <a:ext cx="7742400" cy="55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chemeClr val="lt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rPr>
              <a:t>¿Qué es Python?</a:t>
            </a:r>
            <a:endParaRPr b="1" sz="4800">
              <a:solidFill>
                <a:schemeClr val="lt1"/>
              </a:solidFill>
              <a:latin typeface="Encode Sans Semi Condensed"/>
              <a:ea typeface="Encode Sans Semi Condensed"/>
              <a:cs typeface="Encode Sans Semi Condensed"/>
              <a:sym typeface="Encode Sans Semi Condense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Python es un lenguaje de programación interpretado, de tipado dinámico, multiparadigma y versátil que es muy simple y elegante, pero poderoso.</a:t>
            </a:r>
            <a:endParaRPr sz="28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28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Fue creado por Guido van Rossum (quien ha trabajado en compañías como Google y Dropbox) y fue lanzado en 1991.</a:t>
            </a:r>
            <a:endParaRPr sz="28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40" name="Google Shape;14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9436" y="1046500"/>
            <a:ext cx="7448725" cy="220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63649" y="3379839"/>
            <a:ext cx="4450850" cy="4454524"/>
          </a:xfrm>
          <a:prstGeom prst="rect">
            <a:avLst/>
          </a:prstGeom>
          <a:noFill/>
          <a:ln>
            <a:noFill/>
          </a:ln>
          <a:effectLst>
            <a:outerShdw blurRad="157163" rotWithShape="0" algn="bl" dir="5400000" dist="104775">
              <a:srgbClr val="000000">
                <a:alpha val="50000"/>
              </a:srgbClr>
            </a:outerShdw>
          </a:effectLst>
        </p:spPr>
      </p:pic>
      <p:sp>
        <p:nvSpPr>
          <p:cNvPr id="142" name="Google Shape;142;p18"/>
          <p:cNvSpPr txBox="1"/>
          <p:nvPr/>
        </p:nvSpPr>
        <p:spPr>
          <a:xfrm>
            <a:off x="3369525" y="7967625"/>
            <a:ext cx="28503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595959"/>
                </a:solidFill>
                <a:latin typeface="Google Sans"/>
                <a:ea typeface="Google Sans"/>
                <a:cs typeface="Google Sans"/>
                <a:sym typeface="Google Sans"/>
              </a:rPr>
              <a:t>Foto con Guido van Rossum en PyCon US (Cleveland, 2019)</a:t>
            </a:r>
            <a:endParaRPr/>
          </a:p>
        </p:txBody>
      </p:sp>
      <p:pic>
        <p:nvPicPr>
          <p:cNvPr id="143" name="Google Shape;143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5400000">
            <a:off x="214462" y="9722942"/>
            <a:ext cx="270564" cy="270552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8"/>
          <p:cNvSpPr txBox="1"/>
          <p:nvPr/>
        </p:nvSpPr>
        <p:spPr>
          <a:xfrm rot="-5400000">
            <a:off x="-727850" y="8429775"/>
            <a:ext cx="2155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 sz="1600">
                <a:solidFill>
                  <a:srgbClr val="2E363D"/>
                </a:solidFill>
                <a:latin typeface="Roboto Light"/>
                <a:ea typeface="Roboto Light"/>
                <a:cs typeface="Roboto Light"/>
                <a:sym typeface="Roboto Light"/>
              </a:rPr>
              <a:t>@bubusaurio_rex</a:t>
            </a:r>
            <a:endParaRPr sz="1600">
              <a:solidFill>
                <a:srgbClr val="2E363D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/>
          <p:cNvSpPr txBox="1"/>
          <p:nvPr>
            <p:ph type="title"/>
          </p:nvPr>
        </p:nvSpPr>
        <p:spPr>
          <a:xfrm>
            <a:off x="6548700" y="382575"/>
            <a:ext cx="5190600" cy="134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¿Por qué Python?</a:t>
            </a:r>
            <a:endParaRPr b="0"/>
          </a:p>
        </p:txBody>
      </p:sp>
      <p:sp>
        <p:nvSpPr>
          <p:cNvPr id="150" name="Google Shape;150;p19"/>
          <p:cNvSpPr txBox="1"/>
          <p:nvPr>
            <p:ph idx="1" type="body"/>
          </p:nvPr>
        </p:nvSpPr>
        <p:spPr>
          <a:xfrm>
            <a:off x="7303750" y="2400300"/>
            <a:ext cx="9867000" cy="602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 por ello que se utiliza en instituciones académicas para enseñar cursos que van desde introducción a la programación hasta inteligencia artificial.  Algunas plataformas como </a:t>
            </a:r>
            <a:r>
              <a:rPr b="1" lang="en">
                <a:latin typeface="Karla"/>
                <a:ea typeface="Karla"/>
                <a:cs typeface="Karla"/>
                <a:sym typeface="Karla"/>
              </a:rPr>
              <a:t>Pinterest</a:t>
            </a:r>
            <a:r>
              <a:rPr lang="en"/>
              <a:t>, </a:t>
            </a:r>
            <a:r>
              <a:rPr b="1" lang="en">
                <a:latin typeface="Karla"/>
                <a:ea typeface="Karla"/>
                <a:cs typeface="Karla"/>
                <a:sym typeface="Karla"/>
              </a:rPr>
              <a:t>Instagram</a:t>
            </a:r>
            <a:r>
              <a:rPr lang="en"/>
              <a:t> y </a:t>
            </a:r>
            <a:r>
              <a:rPr b="1" lang="en">
                <a:latin typeface="Karla"/>
                <a:ea typeface="Karla"/>
                <a:cs typeface="Karla"/>
                <a:sym typeface="Karla"/>
              </a:rPr>
              <a:t>Eventbrite </a:t>
            </a:r>
            <a:r>
              <a:rPr lang="en"/>
              <a:t>utilizan Python.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9"/>
          <p:cNvSpPr txBox="1"/>
          <p:nvPr>
            <p:ph idx="12" type="sldNum"/>
          </p:nvPr>
        </p:nvSpPr>
        <p:spPr>
          <a:xfrm>
            <a:off x="16912957" y="259302"/>
            <a:ext cx="1097400" cy="7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2" name="Google Shape;15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3325" y="1054012"/>
            <a:ext cx="4404624" cy="8178974"/>
          </a:xfrm>
          <a:prstGeom prst="rect">
            <a:avLst/>
          </a:prstGeom>
          <a:noFill/>
          <a:ln>
            <a:noFill/>
          </a:ln>
          <a:effectLst>
            <a:outerShdw blurRad="157163" rotWithShape="0" algn="bl" dir="5400000" dist="104775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0"/>
          <p:cNvSpPr txBox="1"/>
          <p:nvPr>
            <p:ph type="title"/>
          </p:nvPr>
        </p:nvSpPr>
        <p:spPr>
          <a:xfrm>
            <a:off x="6548700" y="382575"/>
            <a:ext cx="5190600" cy="134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¿Por qué Python?</a:t>
            </a:r>
            <a:endParaRPr b="0"/>
          </a:p>
        </p:txBody>
      </p:sp>
      <p:sp>
        <p:nvSpPr>
          <p:cNvPr id="158" name="Google Shape;158;p20"/>
          <p:cNvSpPr txBox="1"/>
          <p:nvPr>
            <p:ph idx="1" type="body"/>
          </p:nvPr>
        </p:nvSpPr>
        <p:spPr>
          <a:xfrm>
            <a:off x="7303750" y="2400300"/>
            <a:ext cx="9867000" cy="602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Además de su versatilidad, Python es un lenguaje de programación de curva de aprendizaje baja y tiene una comunidad enorme en todo el mundo que constantemente está creando nuevas herramientas científicas para el lenguaje.</a:t>
            </a:r>
            <a:endParaRPr/>
          </a:p>
        </p:txBody>
      </p:sp>
      <p:sp>
        <p:nvSpPr>
          <p:cNvPr id="159" name="Google Shape;159;p20"/>
          <p:cNvSpPr txBox="1"/>
          <p:nvPr>
            <p:ph idx="12" type="sldNum"/>
          </p:nvPr>
        </p:nvSpPr>
        <p:spPr>
          <a:xfrm>
            <a:off x="16912957" y="259302"/>
            <a:ext cx="1097400" cy="7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0" name="Google Shape;16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3325" y="1054012"/>
            <a:ext cx="4404624" cy="8178974"/>
          </a:xfrm>
          <a:prstGeom prst="rect">
            <a:avLst/>
          </a:prstGeom>
          <a:noFill/>
          <a:ln>
            <a:noFill/>
          </a:ln>
          <a:effectLst>
            <a:outerShdw blurRad="157163" rotWithShape="0" algn="bl" dir="5400000" dist="104775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1"/>
          <p:cNvSpPr txBox="1"/>
          <p:nvPr>
            <p:ph idx="1" type="body"/>
          </p:nvPr>
        </p:nvSpPr>
        <p:spPr>
          <a:xfrm>
            <a:off x="2153400" y="4323600"/>
            <a:ext cx="13981200" cy="1639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¡Entorno de trabajo!</a:t>
            </a:r>
            <a:endParaRPr/>
          </a:p>
        </p:txBody>
      </p:sp>
      <p:sp>
        <p:nvSpPr>
          <p:cNvPr id="166" name="Google Shape;166;p21"/>
          <p:cNvSpPr txBox="1"/>
          <p:nvPr>
            <p:ph idx="12" type="sldNum"/>
          </p:nvPr>
        </p:nvSpPr>
        <p:spPr>
          <a:xfrm>
            <a:off x="16912957" y="259302"/>
            <a:ext cx="1097400" cy="7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7" name="Google Shape;16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7659512" y="9738467"/>
            <a:ext cx="270564" cy="270552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1"/>
          <p:cNvSpPr txBox="1"/>
          <p:nvPr/>
        </p:nvSpPr>
        <p:spPr>
          <a:xfrm rot="-5400000">
            <a:off x="16717200" y="8445300"/>
            <a:ext cx="2155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 sz="1600">
                <a:solidFill>
                  <a:srgbClr val="2E363D"/>
                </a:solidFill>
                <a:latin typeface="Roboto Light"/>
                <a:ea typeface="Roboto Light"/>
                <a:cs typeface="Roboto Light"/>
                <a:sym typeface="Roboto Light"/>
              </a:rPr>
              <a:t>@bubusaurio_rex</a:t>
            </a:r>
            <a:endParaRPr sz="1600">
              <a:solidFill>
                <a:srgbClr val="2E363D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Karla Light"/>
              <a:ea typeface="Karla Light"/>
              <a:cs typeface="Karla Light"/>
              <a:sym typeface="Karla Light"/>
            </a:endParaRPr>
          </a:p>
        </p:txBody>
      </p:sp>
      <p:sp>
        <p:nvSpPr>
          <p:cNvPr id="174" name="Google Shape;174;p22"/>
          <p:cNvSpPr txBox="1"/>
          <p:nvPr>
            <p:ph idx="12" type="sldNum"/>
          </p:nvPr>
        </p:nvSpPr>
        <p:spPr>
          <a:xfrm>
            <a:off x="16912957" y="259302"/>
            <a:ext cx="1097400" cy="7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5" name="Google Shape;175;p22"/>
          <p:cNvSpPr txBox="1"/>
          <p:nvPr/>
        </p:nvSpPr>
        <p:spPr>
          <a:xfrm>
            <a:off x="2692800" y="7966375"/>
            <a:ext cx="129024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Utilizaremos </a:t>
            </a:r>
            <a:r>
              <a:rPr b="1" lang="en"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Google Colab</a:t>
            </a:r>
            <a:r>
              <a:rPr lang="en" sz="28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(en la nube) o cuadernos de </a:t>
            </a:r>
            <a:r>
              <a:rPr b="1" lang="en"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Jupyter</a:t>
            </a:r>
            <a:r>
              <a:rPr lang="en" sz="28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(local) para el desarrollo de los contenidos del curso. Ambos pueden utilizarse gratuitamente y programaremos utilizando </a:t>
            </a:r>
            <a:r>
              <a:rPr b="1" lang="en"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Python</a:t>
            </a:r>
            <a:r>
              <a:rPr lang="en" sz="28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.</a:t>
            </a:r>
            <a:endParaRPr sz="28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76" name="Google Shape;17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5350" y="1229588"/>
            <a:ext cx="11009427" cy="6312400"/>
          </a:xfrm>
          <a:prstGeom prst="rect">
            <a:avLst/>
          </a:prstGeom>
          <a:noFill/>
          <a:ln>
            <a:noFill/>
          </a:ln>
          <a:effectLst>
            <a:outerShdw blurRad="157163" rotWithShape="0" algn="bl" dir="5400000" dist="104775">
              <a:srgbClr val="000000">
                <a:alpha val="50000"/>
              </a:srgbClr>
            </a:outerShdw>
          </a:effectLst>
        </p:spPr>
      </p:pic>
      <p:pic>
        <p:nvPicPr>
          <p:cNvPr id="177" name="Google Shape;177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032300" y="2702975"/>
            <a:ext cx="1407014" cy="1407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89830" y="2963700"/>
            <a:ext cx="988069" cy="8855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9" name="Google Shape;179;p22"/>
          <p:cNvCxnSpPr>
            <a:stCxn id="177" idx="3"/>
            <a:endCxn id="178" idx="1"/>
          </p:cNvCxnSpPr>
          <p:nvPr/>
        </p:nvCxnSpPr>
        <p:spPr>
          <a:xfrm>
            <a:off x="14439314" y="3406484"/>
            <a:ext cx="850500" cy="0"/>
          </a:xfrm>
          <a:prstGeom prst="straightConnector1">
            <a:avLst/>
          </a:prstGeom>
          <a:noFill/>
          <a:ln cap="flat" cmpd="sng" w="19050">
            <a:solidFill>
              <a:srgbClr val="3F3F3F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80" name="Google Shape;180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032301" y="4661607"/>
            <a:ext cx="1407014" cy="140701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1" name="Google Shape;181;p22"/>
          <p:cNvCxnSpPr>
            <a:endCxn id="180" idx="0"/>
          </p:cNvCxnSpPr>
          <p:nvPr/>
        </p:nvCxnSpPr>
        <p:spPr>
          <a:xfrm>
            <a:off x="13735808" y="3971907"/>
            <a:ext cx="0" cy="689700"/>
          </a:xfrm>
          <a:prstGeom prst="straightConnector1">
            <a:avLst/>
          </a:prstGeom>
          <a:noFill/>
          <a:ln cap="flat" cmpd="sng" w="19050">
            <a:solidFill>
              <a:srgbClr val="3F3F3F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82" name="Google Shape;182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5400000">
            <a:off x="17659512" y="9831717"/>
            <a:ext cx="270564" cy="270552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2"/>
          <p:cNvSpPr txBox="1"/>
          <p:nvPr/>
        </p:nvSpPr>
        <p:spPr>
          <a:xfrm rot="-5400000">
            <a:off x="16717200" y="8538550"/>
            <a:ext cx="2155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 sz="1600">
                <a:solidFill>
                  <a:srgbClr val="2E363D"/>
                </a:solidFill>
                <a:latin typeface="Roboto Light"/>
                <a:ea typeface="Roboto Light"/>
                <a:cs typeface="Roboto Light"/>
                <a:sym typeface="Roboto Light"/>
              </a:rPr>
              <a:t>@bubusaurio_rex</a:t>
            </a:r>
            <a:endParaRPr sz="1600">
              <a:solidFill>
                <a:srgbClr val="2E363D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Karla Light"/>
              <a:ea typeface="Karla Light"/>
              <a:cs typeface="Karla Light"/>
              <a:sym typeface="Karla Light"/>
            </a:endParaRPr>
          </a:p>
        </p:txBody>
      </p:sp>
      <p:sp>
        <p:nvSpPr>
          <p:cNvPr id="189" name="Google Shape;189;p23"/>
          <p:cNvSpPr txBox="1"/>
          <p:nvPr>
            <p:ph idx="12" type="sldNum"/>
          </p:nvPr>
        </p:nvSpPr>
        <p:spPr>
          <a:xfrm>
            <a:off x="16912957" y="259302"/>
            <a:ext cx="1097400" cy="7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0" name="Google Shape;19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7889032" y="9427689"/>
            <a:ext cx="270567" cy="2705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7889037" y="9761792"/>
            <a:ext cx="270564" cy="270552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3"/>
          <p:cNvSpPr txBox="1"/>
          <p:nvPr/>
        </p:nvSpPr>
        <p:spPr>
          <a:xfrm rot="-5400000">
            <a:off x="17264275" y="8489575"/>
            <a:ext cx="1445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 sz="1600">
                <a:solidFill>
                  <a:srgbClr val="2E363D"/>
                </a:solidFill>
                <a:latin typeface="Roboto Light"/>
                <a:ea typeface="Roboto Light"/>
                <a:cs typeface="Roboto Light"/>
                <a:sym typeface="Roboto Light"/>
              </a:rPr>
              <a:t>@rodo_ferro</a:t>
            </a:r>
            <a:endParaRPr sz="1100"/>
          </a:p>
        </p:txBody>
      </p:sp>
      <p:sp>
        <p:nvSpPr>
          <p:cNvPr id="193" name="Google Shape;193;p23"/>
          <p:cNvSpPr txBox="1"/>
          <p:nvPr/>
        </p:nvSpPr>
        <p:spPr>
          <a:xfrm>
            <a:off x="2692800" y="7966375"/>
            <a:ext cx="129024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Utilizaremos </a:t>
            </a:r>
            <a:r>
              <a:rPr b="1" lang="en"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Google Colab</a:t>
            </a:r>
            <a:r>
              <a:rPr lang="en" sz="28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(en la nube) o cuadernos de </a:t>
            </a:r>
            <a:r>
              <a:rPr b="1" lang="en"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Jupyter</a:t>
            </a:r>
            <a:r>
              <a:rPr lang="en" sz="28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(local) para el desarrollo de los contenidos del curso. Ambos pueden utilizarse gratuitamente y programaremos utilizando </a:t>
            </a:r>
            <a:r>
              <a:rPr b="1" lang="en"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Python</a:t>
            </a:r>
            <a:r>
              <a:rPr lang="en" sz="28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.</a:t>
            </a:r>
            <a:endParaRPr sz="28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94" name="Google Shape;194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65350" y="1229588"/>
            <a:ext cx="11009427" cy="6312400"/>
          </a:xfrm>
          <a:prstGeom prst="rect">
            <a:avLst/>
          </a:prstGeom>
          <a:noFill/>
          <a:ln>
            <a:noFill/>
          </a:ln>
          <a:effectLst>
            <a:outerShdw blurRad="157163" rotWithShape="0" algn="bl" dir="5400000" dist="104775">
              <a:srgbClr val="000000">
                <a:alpha val="50000"/>
              </a:srgbClr>
            </a:outerShdw>
          </a:effectLst>
        </p:spPr>
      </p:pic>
      <p:pic>
        <p:nvPicPr>
          <p:cNvPr id="195" name="Google Shape;195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032300" y="2702975"/>
            <a:ext cx="1407014" cy="1407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289830" y="2963700"/>
            <a:ext cx="988069" cy="8855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7" name="Google Shape;197;p23"/>
          <p:cNvCxnSpPr>
            <a:stCxn id="195" idx="3"/>
            <a:endCxn id="196" idx="1"/>
          </p:cNvCxnSpPr>
          <p:nvPr/>
        </p:nvCxnSpPr>
        <p:spPr>
          <a:xfrm>
            <a:off x="14439314" y="3406484"/>
            <a:ext cx="850500" cy="0"/>
          </a:xfrm>
          <a:prstGeom prst="straightConnector1">
            <a:avLst/>
          </a:prstGeom>
          <a:noFill/>
          <a:ln cap="flat" cmpd="sng" w="19050">
            <a:solidFill>
              <a:srgbClr val="3F3F3F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98" name="Google Shape;198;p2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3032301" y="4661607"/>
            <a:ext cx="1407014" cy="140701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9" name="Google Shape;199;p23"/>
          <p:cNvCxnSpPr>
            <a:endCxn id="198" idx="0"/>
          </p:cNvCxnSpPr>
          <p:nvPr/>
        </p:nvCxnSpPr>
        <p:spPr>
          <a:xfrm>
            <a:off x="13735808" y="3971907"/>
            <a:ext cx="0" cy="689700"/>
          </a:xfrm>
          <a:prstGeom prst="straightConnector1">
            <a:avLst/>
          </a:prstGeom>
          <a:noFill/>
          <a:ln cap="flat" cmpd="sng" w="19050">
            <a:solidFill>
              <a:srgbClr val="3F3F3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0" name="Google Shape;200;p23"/>
          <p:cNvSpPr/>
          <p:nvPr/>
        </p:nvSpPr>
        <p:spPr>
          <a:xfrm>
            <a:off x="1365350" y="1229600"/>
            <a:ext cx="11009400" cy="6312600"/>
          </a:xfrm>
          <a:prstGeom prst="rect">
            <a:avLst/>
          </a:prstGeom>
          <a:solidFill>
            <a:srgbClr val="7BA9F6">
              <a:alpha val="432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1" name="Google Shape;201;p23"/>
          <p:cNvPicPr preferRelativeResize="0"/>
          <p:nvPr/>
        </p:nvPicPr>
        <p:blipFill rotWithShape="1">
          <a:blip r:embed="rId9">
            <a:alphaModFix/>
          </a:blip>
          <a:srcRect b="9294" l="1940" r="1535" t="7794"/>
          <a:stretch/>
        </p:blipFill>
        <p:spPr>
          <a:xfrm>
            <a:off x="3621015" y="3831114"/>
            <a:ext cx="6498000" cy="1109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4"/>
          <p:cNvSpPr txBox="1"/>
          <p:nvPr>
            <p:ph idx="1" type="body"/>
          </p:nvPr>
        </p:nvSpPr>
        <p:spPr>
          <a:xfrm>
            <a:off x="2153400" y="4323600"/>
            <a:ext cx="13981200" cy="1639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I/O - ¡Hola mundo!</a:t>
            </a:r>
            <a:endParaRPr/>
          </a:p>
        </p:txBody>
      </p:sp>
      <p:sp>
        <p:nvSpPr>
          <p:cNvPr id="207" name="Google Shape;207;p24"/>
          <p:cNvSpPr txBox="1"/>
          <p:nvPr>
            <p:ph idx="12" type="sldNum"/>
          </p:nvPr>
        </p:nvSpPr>
        <p:spPr>
          <a:xfrm>
            <a:off x="16912957" y="259302"/>
            <a:ext cx="1097400" cy="7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08" name="Google Shape;20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7659512" y="9738467"/>
            <a:ext cx="270564" cy="270552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4"/>
          <p:cNvSpPr txBox="1"/>
          <p:nvPr/>
        </p:nvSpPr>
        <p:spPr>
          <a:xfrm rot="-5400000">
            <a:off x="16717200" y="8445300"/>
            <a:ext cx="2155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 sz="1600">
                <a:solidFill>
                  <a:srgbClr val="2E363D"/>
                </a:solidFill>
                <a:latin typeface="Roboto Light"/>
                <a:ea typeface="Roboto Light"/>
                <a:cs typeface="Roboto Light"/>
                <a:sym typeface="Roboto Light"/>
              </a:rPr>
              <a:t>@bubusaurio_rex</a:t>
            </a:r>
            <a:endParaRPr sz="1600">
              <a:solidFill>
                <a:srgbClr val="2E363D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5"/>
          <p:cNvSpPr txBox="1"/>
          <p:nvPr>
            <p:ph idx="12" type="sldNum"/>
          </p:nvPr>
        </p:nvSpPr>
        <p:spPr>
          <a:xfrm>
            <a:off x="16912957" y="259302"/>
            <a:ext cx="1097400" cy="7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5" name="Google Shape;215;p25"/>
          <p:cNvSpPr/>
          <p:nvPr/>
        </p:nvSpPr>
        <p:spPr>
          <a:xfrm>
            <a:off x="9140400" y="0"/>
            <a:ext cx="9147600" cy="1028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5"/>
          <p:cNvSpPr/>
          <p:nvPr/>
        </p:nvSpPr>
        <p:spPr>
          <a:xfrm>
            <a:off x="0" y="0"/>
            <a:ext cx="9147600" cy="1028700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pic>
        <p:nvPicPr>
          <p:cNvPr id="217" name="Google Shape;217;p25"/>
          <p:cNvPicPr preferRelativeResize="0"/>
          <p:nvPr/>
        </p:nvPicPr>
        <p:blipFill rotWithShape="1">
          <a:blip r:embed="rId3">
            <a:alphaModFix/>
          </a:blip>
          <a:srcRect b="0" l="20322" r="20411" t="0"/>
          <a:stretch/>
        </p:blipFill>
        <p:spPr>
          <a:xfrm>
            <a:off x="-7200" y="0"/>
            <a:ext cx="9147597" cy="10287002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5"/>
          <p:cNvSpPr txBox="1"/>
          <p:nvPr/>
        </p:nvSpPr>
        <p:spPr>
          <a:xfrm>
            <a:off x="702600" y="1839000"/>
            <a:ext cx="7742400" cy="6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chemeClr val="lt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rPr>
              <a:t>I/O - ¡Hola mundo!</a:t>
            </a:r>
            <a:endParaRPr b="1" sz="4800">
              <a:solidFill>
                <a:schemeClr val="lt1"/>
              </a:solidFill>
              <a:latin typeface="Encode Sans Semi Condensed"/>
              <a:ea typeface="Encode Sans Semi Condensed"/>
              <a:cs typeface="Encode Sans Semi Condensed"/>
              <a:sym typeface="Encode Sans Semi Condense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600"/>
              </a:spcAft>
              <a:buNone/>
            </a:pPr>
            <a:r>
              <a:rPr lang="en" sz="2800">
                <a:solidFill>
                  <a:srgbClr val="FF5252"/>
                </a:solidFill>
                <a:highlight>
                  <a:srgbClr val="EEEEEE"/>
                </a:highlight>
                <a:latin typeface="Roboto"/>
                <a:ea typeface="Roboto"/>
                <a:cs typeface="Roboto"/>
                <a:sym typeface="Roboto"/>
              </a:rPr>
              <a:t>input()</a:t>
            </a:r>
            <a:r>
              <a:rPr lang="en" sz="2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y </a:t>
            </a:r>
            <a:r>
              <a:rPr lang="en" sz="2800">
                <a:solidFill>
                  <a:srgbClr val="FF5252"/>
                </a:solidFill>
                <a:highlight>
                  <a:srgbClr val="EEEEEE"/>
                </a:highlight>
                <a:latin typeface="Roboto"/>
                <a:ea typeface="Roboto"/>
                <a:cs typeface="Roboto"/>
                <a:sym typeface="Roboto"/>
              </a:rPr>
              <a:t>print()</a:t>
            </a:r>
            <a:r>
              <a:rPr lang="en" sz="2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son las funciones de entrada y salida (respectivamente) de información en Python. </a:t>
            </a:r>
            <a:r>
              <a:rPr lang="en" sz="2800">
                <a:solidFill>
                  <a:srgbClr val="FF5252"/>
                </a:solidFill>
                <a:highlight>
                  <a:srgbClr val="EEEEEE"/>
                </a:highlight>
                <a:latin typeface="Roboto"/>
                <a:ea typeface="Roboto"/>
                <a:cs typeface="Roboto"/>
                <a:sym typeface="Roboto"/>
              </a:rPr>
              <a:t>input()</a:t>
            </a:r>
            <a:r>
              <a:rPr lang="en" sz="2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tiene como argumento una cadena de texto que da las instrucciones que se deseas desplegar y lo que retorna (la respuesta) siempre es una cadena de texto; mientras que </a:t>
            </a:r>
            <a:r>
              <a:rPr lang="en" sz="2800">
                <a:solidFill>
                  <a:srgbClr val="FF5252"/>
                </a:solidFill>
                <a:highlight>
                  <a:srgbClr val="EEEEEE"/>
                </a:highlight>
                <a:latin typeface="Roboto"/>
                <a:ea typeface="Roboto"/>
                <a:cs typeface="Roboto"/>
                <a:sym typeface="Roboto"/>
              </a:rPr>
              <a:t>print()</a:t>
            </a:r>
            <a:r>
              <a:rPr lang="en" sz="2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tiene como argumentos cadenas de texto o variables que se desean desplegar.</a:t>
            </a:r>
            <a:endParaRPr sz="28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219" name="Google Shape;219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7737212" y="9785117"/>
            <a:ext cx="270564" cy="270552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5"/>
          <p:cNvSpPr txBox="1"/>
          <p:nvPr/>
        </p:nvSpPr>
        <p:spPr>
          <a:xfrm rot="-5400000">
            <a:off x="16794900" y="8491950"/>
            <a:ext cx="2155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 sz="1600">
                <a:solidFill>
                  <a:srgbClr val="2E363D"/>
                </a:solidFill>
                <a:latin typeface="Roboto Light"/>
                <a:ea typeface="Roboto Light"/>
                <a:cs typeface="Roboto Light"/>
                <a:sym typeface="Roboto Light"/>
              </a:rPr>
              <a:t>@bubusaurio_rex</a:t>
            </a:r>
            <a:endParaRPr sz="1600">
              <a:solidFill>
                <a:srgbClr val="2E363D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221" name="Google Shape;221;p25"/>
          <p:cNvPicPr preferRelativeResize="0"/>
          <p:nvPr/>
        </p:nvPicPr>
        <p:blipFill rotWithShape="1">
          <a:blip r:embed="rId5">
            <a:alphaModFix/>
          </a:blip>
          <a:srcRect b="6094" l="0" r="0" t="6094"/>
          <a:stretch/>
        </p:blipFill>
        <p:spPr>
          <a:xfrm>
            <a:off x="8209113" y="3000375"/>
            <a:ext cx="11010176" cy="4286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6"/>
          <p:cNvSpPr txBox="1"/>
          <p:nvPr>
            <p:ph idx="12" type="sldNum"/>
          </p:nvPr>
        </p:nvSpPr>
        <p:spPr>
          <a:xfrm>
            <a:off x="16912957" y="259302"/>
            <a:ext cx="1097400" cy="7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7" name="Google Shape;227;p26"/>
          <p:cNvSpPr/>
          <p:nvPr/>
        </p:nvSpPr>
        <p:spPr>
          <a:xfrm>
            <a:off x="9140400" y="0"/>
            <a:ext cx="9147600" cy="1028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6"/>
          <p:cNvSpPr/>
          <p:nvPr/>
        </p:nvSpPr>
        <p:spPr>
          <a:xfrm>
            <a:off x="0" y="0"/>
            <a:ext cx="91476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pic>
        <p:nvPicPr>
          <p:cNvPr id="229" name="Google Shape;229;p26"/>
          <p:cNvPicPr preferRelativeResize="0"/>
          <p:nvPr/>
        </p:nvPicPr>
        <p:blipFill rotWithShape="1">
          <a:blip r:embed="rId3">
            <a:alphaModFix/>
          </a:blip>
          <a:srcRect b="0" l="20322" r="20411" t="0"/>
          <a:stretch/>
        </p:blipFill>
        <p:spPr>
          <a:xfrm>
            <a:off x="8623675" y="0"/>
            <a:ext cx="9664323" cy="10286998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6"/>
          <p:cNvSpPr txBox="1"/>
          <p:nvPr/>
        </p:nvSpPr>
        <p:spPr>
          <a:xfrm>
            <a:off x="9333475" y="1046500"/>
            <a:ext cx="7742400" cy="56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chemeClr val="lt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rPr>
              <a:t>Variables, tipos y conversión</a:t>
            </a:r>
            <a:endParaRPr b="1" sz="4800">
              <a:solidFill>
                <a:schemeClr val="lt1"/>
              </a:solidFill>
              <a:latin typeface="Encode Sans Semi Condensed"/>
              <a:ea typeface="Encode Sans Semi Condensed"/>
              <a:cs typeface="Encode Sans Semi Condensed"/>
              <a:sym typeface="Encode Sans Semi Condense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1200"/>
              </a:spcBef>
              <a:spcAft>
                <a:spcPts val="1000"/>
              </a:spcAft>
              <a:buNone/>
            </a:pPr>
            <a:r>
              <a:rPr lang="en" sz="28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Podemos pensar que una variable es como un contenedor de información. Python puede albergar distintos tipos de datos, como valores numéricos, booleanos y cadenas de texto. Al ser Python de tipado dinámico, no hace falta declarar el tipo de variable, sino que sólo basta con definir sus valores.</a:t>
            </a:r>
            <a:endParaRPr sz="28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231" name="Google Shape;231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214462" y="9722942"/>
            <a:ext cx="270564" cy="270552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6"/>
          <p:cNvSpPr txBox="1"/>
          <p:nvPr/>
        </p:nvSpPr>
        <p:spPr>
          <a:xfrm rot="-5400000">
            <a:off x="-727850" y="8429775"/>
            <a:ext cx="2155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 sz="1600">
                <a:solidFill>
                  <a:srgbClr val="2E363D"/>
                </a:solidFill>
                <a:latin typeface="Roboto Light"/>
                <a:ea typeface="Roboto Light"/>
                <a:cs typeface="Roboto Light"/>
                <a:sym typeface="Roboto Light"/>
              </a:rPr>
              <a:t>@bubusaurio_rex</a:t>
            </a:r>
            <a:endParaRPr sz="1600">
              <a:solidFill>
                <a:srgbClr val="2E363D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233" name="Google Shape;233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781025" y="2512000"/>
            <a:ext cx="10259976" cy="5520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7"/>
          <p:cNvSpPr txBox="1"/>
          <p:nvPr>
            <p:ph type="title"/>
          </p:nvPr>
        </p:nvSpPr>
        <p:spPr>
          <a:xfrm>
            <a:off x="6548700" y="382575"/>
            <a:ext cx="7933800" cy="134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latin typeface="Roboto"/>
                <a:ea typeface="Roboto"/>
                <a:cs typeface="Roboto"/>
                <a:sym typeface="Roboto"/>
              </a:rPr>
              <a:t>Operaciones básicas</a:t>
            </a:r>
            <a:endParaRPr b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9" name="Google Shape;239;p27"/>
          <p:cNvSpPr txBox="1"/>
          <p:nvPr>
            <p:ph idx="1" type="body"/>
          </p:nvPr>
        </p:nvSpPr>
        <p:spPr>
          <a:xfrm>
            <a:off x="776100" y="2400300"/>
            <a:ext cx="16735800" cy="602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Light"/>
                <a:ea typeface="Roboto Light"/>
                <a:cs typeface="Roboto Light"/>
                <a:sym typeface="Roboto Light"/>
              </a:rPr>
              <a:t>En esencia hay tres tipos de operaciones: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Operaciones aritméticas</a:t>
            </a:r>
            <a:r>
              <a:rPr lang="en">
                <a:latin typeface="Roboto Light"/>
                <a:ea typeface="Roboto Light"/>
                <a:cs typeface="Roboto Light"/>
                <a:sym typeface="Roboto Light"/>
              </a:rPr>
              <a:t>. Operan a nivel aritmético sobre los valores de las variables (</a:t>
            </a:r>
            <a:r>
              <a:rPr b="1" lang="en">
                <a:solidFill>
                  <a:srgbClr val="FF5252"/>
                </a:solidFill>
                <a:latin typeface="Roboto"/>
                <a:ea typeface="Roboto"/>
                <a:cs typeface="Roboto"/>
                <a:sym typeface="Roboto"/>
              </a:rPr>
              <a:t>+, -, *, /, //, **</a:t>
            </a:r>
            <a:r>
              <a:rPr lang="en">
                <a:latin typeface="Roboto Light"/>
                <a:ea typeface="Roboto Light"/>
                <a:cs typeface="Roboto Light"/>
                <a:sym typeface="Roboto Light"/>
              </a:rPr>
              <a:t>).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Operaciones de comparación</a:t>
            </a:r>
            <a:r>
              <a:rPr lang="en">
                <a:latin typeface="Roboto Light"/>
                <a:ea typeface="Roboto Light"/>
                <a:cs typeface="Roboto Light"/>
                <a:sym typeface="Roboto Light"/>
              </a:rPr>
              <a:t>. Operan a nivel matemático sobre los valores de las variables (</a:t>
            </a:r>
            <a:r>
              <a:rPr b="1" lang="en">
                <a:solidFill>
                  <a:srgbClr val="FF5252"/>
                </a:solidFill>
                <a:latin typeface="Roboto"/>
                <a:ea typeface="Roboto"/>
                <a:cs typeface="Roboto"/>
                <a:sym typeface="Roboto"/>
              </a:rPr>
              <a:t>&lt;, &gt;, &lt;=, &gt;=, ==, !=</a:t>
            </a:r>
            <a:r>
              <a:rPr lang="en">
                <a:latin typeface="Roboto Light"/>
                <a:ea typeface="Roboto Light"/>
                <a:cs typeface="Roboto Light"/>
                <a:sym typeface="Roboto Light"/>
              </a:rPr>
              <a:t>).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Operaciones lógicas</a:t>
            </a:r>
            <a:r>
              <a:rPr lang="en">
                <a:latin typeface="Roboto Light"/>
                <a:ea typeface="Roboto Light"/>
                <a:cs typeface="Roboto Light"/>
                <a:sym typeface="Roboto Light"/>
              </a:rPr>
              <a:t>. Operan a nivel lógico sobre las variables (</a:t>
            </a:r>
            <a:r>
              <a:rPr b="1" lang="en">
                <a:solidFill>
                  <a:srgbClr val="FF5252"/>
                </a:solidFill>
                <a:latin typeface="Roboto"/>
                <a:ea typeface="Roboto"/>
                <a:cs typeface="Roboto"/>
                <a:sym typeface="Roboto"/>
              </a:rPr>
              <a:t>and, or, not</a:t>
            </a:r>
            <a:r>
              <a:rPr lang="en">
                <a:latin typeface="Roboto Light"/>
                <a:ea typeface="Roboto Light"/>
                <a:cs typeface="Roboto Light"/>
                <a:sym typeface="Roboto Light"/>
              </a:rPr>
              <a:t>).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40" name="Google Shape;240;p27"/>
          <p:cNvSpPr txBox="1"/>
          <p:nvPr>
            <p:ph idx="12" type="sldNum"/>
          </p:nvPr>
        </p:nvSpPr>
        <p:spPr>
          <a:xfrm>
            <a:off x="16912957" y="259302"/>
            <a:ext cx="1097400" cy="7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8"/>
          <p:cNvSpPr txBox="1"/>
          <p:nvPr>
            <p:ph idx="12" type="sldNum"/>
          </p:nvPr>
        </p:nvSpPr>
        <p:spPr>
          <a:xfrm>
            <a:off x="16912957" y="259302"/>
            <a:ext cx="1097400" cy="7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6" name="Google Shape;246;p28"/>
          <p:cNvSpPr txBox="1"/>
          <p:nvPr>
            <p:ph type="title"/>
          </p:nvPr>
        </p:nvSpPr>
        <p:spPr>
          <a:xfrm>
            <a:off x="1117200" y="1028700"/>
            <a:ext cx="5648400" cy="92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Condicionales</a:t>
            </a:r>
            <a:endParaRPr b="0"/>
          </a:p>
        </p:txBody>
      </p:sp>
      <p:sp>
        <p:nvSpPr>
          <p:cNvPr id="247" name="Google Shape;247;p28"/>
          <p:cNvSpPr txBox="1"/>
          <p:nvPr>
            <p:ph idx="4294967295" type="body"/>
          </p:nvPr>
        </p:nvSpPr>
        <p:spPr>
          <a:xfrm>
            <a:off x="776100" y="2400300"/>
            <a:ext cx="16735800" cy="226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latin typeface="Roboto Light"/>
                <a:ea typeface="Roboto Light"/>
                <a:cs typeface="Roboto Light"/>
                <a:sym typeface="Roboto Light"/>
              </a:rPr>
              <a:t>Utilizaremos una condición para validar si se cumple uno o más estados (las condiciones) para ejecutar cierto bloque de código, en esencia nos ayuda a tomar decisiones sobre el flujo de nuestro código.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248" name="Google Shape;248;p28"/>
          <p:cNvPicPr preferRelativeResize="0"/>
          <p:nvPr/>
        </p:nvPicPr>
        <p:blipFill rotWithShape="1">
          <a:blip r:embed="rId3">
            <a:alphaModFix/>
          </a:blip>
          <a:srcRect b="16174" l="8597" r="8902" t="16066"/>
          <a:stretch/>
        </p:blipFill>
        <p:spPr>
          <a:xfrm>
            <a:off x="4150700" y="4894900"/>
            <a:ext cx="9986600" cy="4413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9"/>
          <p:cNvSpPr txBox="1"/>
          <p:nvPr>
            <p:ph idx="1" type="body"/>
          </p:nvPr>
        </p:nvSpPr>
        <p:spPr>
          <a:xfrm>
            <a:off x="2153400" y="4323600"/>
            <a:ext cx="13981200" cy="1639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Colecciones y ciclos</a:t>
            </a:r>
            <a:endParaRPr/>
          </a:p>
        </p:txBody>
      </p:sp>
      <p:sp>
        <p:nvSpPr>
          <p:cNvPr id="254" name="Google Shape;254;p29"/>
          <p:cNvSpPr txBox="1"/>
          <p:nvPr>
            <p:ph idx="12" type="sldNum"/>
          </p:nvPr>
        </p:nvSpPr>
        <p:spPr>
          <a:xfrm>
            <a:off x="16912957" y="259302"/>
            <a:ext cx="1097400" cy="7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55" name="Google Shape;25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7659512" y="9738467"/>
            <a:ext cx="270564" cy="270552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9"/>
          <p:cNvSpPr txBox="1"/>
          <p:nvPr/>
        </p:nvSpPr>
        <p:spPr>
          <a:xfrm rot="-5400000">
            <a:off x="16717200" y="8445300"/>
            <a:ext cx="2155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 sz="1600">
                <a:solidFill>
                  <a:srgbClr val="2E363D"/>
                </a:solidFill>
                <a:latin typeface="Roboto Light"/>
                <a:ea typeface="Roboto Light"/>
                <a:cs typeface="Roboto Light"/>
                <a:sym typeface="Roboto Light"/>
              </a:rPr>
              <a:t>@bubusaurio_rex</a:t>
            </a:r>
            <a:endParaRPr sz="1600">
              <a:solidFill>
                <a:srgbClr val="2E363D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0"/>
          <p:cNvSpPr txBox="1"/>
          <p:nvPr>
            <p:ph idx="12" type="sldNum"/>
          </p:nvPr>
        </p:nvSpPr>
        <p:spPr>
          <a:xfrm>
            <a:off x="16912957" y="259302"/>
            <a:ext cx="1097400" cy="7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2" name="Google Shape;262;p30"/>
          <p:cNvSpPr txBox="1"/>
          <p:nvPr>
            <p:ph type="title"/>
          </p:nvPr>
        </p:nvSpPr>
        <p:spPr>
          <a:xfrm>
            <a:off x="1117200" y="1028700"/>
            <a:ext cx="5648400" cy="92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Colecciones</a:t>
            </a:r>
            <a:endParaRPr b="0"/>
          </a:p>
        </p:txBody>
      </p:sp>
      <p:sp>
        <p:nvSpPr>
          <p:cNvPr id="263" name="Google Shape;263;p30"/>
          <p:cNvSpPr txBox="1"/>
          <p:nvPr>
            <p:ph idx="4294967295" type="body"/>
          </p:nvPr>
        </p:nvSpPr>
        <p:spPr>
          <a:xfrm>
            <a:off x="776100" y="2400300"/>
            <a:ext cx="16735800" cy="285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Light"/>
                <a:ea typeface="Roboto Light"/>
                <a:cs typeface="Roboto Light"/>
                <a:sym typeface="Roboto Light"/>
              </a:rPr>
              <a:t>Una colección es un conjunto de elementos en una estructura de datos de Python. De manera nativa, Python tiene soporte para: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  <a:p>
            <a:pPr indent="-431800" lvl="0" marL="457200" rtl="0" algn="l">
              <a:spcBef>
                <a:spcPts val="1200"/>
              </a:spcBef>
              <a:spcAft>
                <a:spcPts val="0"/>
              </a:spcAft>
              <a:buSzPts val="3200"/>
              <a:buFont typeface="Roboto Light"/>
              <a:buChar char="▪"/>
            </a:pPr>
            <a:r>
              <a:rPr lang="en" sz="3200">
                <a:latin typeface="Roboto Light"/>
                <a:ea typeface="Roboto Light"/>
                <a:cs typeface="Roboto Light"/>
                <a:sym typeface="Roboto Light"/>
              </a:rPr>
              <a:t>Listas y tuplas</a:t>
            </a:r>
            <a:endParaRPr sz="3200">
              <a:latin typeface="Roboto Light"/>
              <a:ea typeface="Roboto Light"/>
              <a:cs typeface="Roboto Light"/>
              <a:sym typeface="Roboto Light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Font typeface="Roboto Light"/>
              <a:buChar char="▪"/>
            </a:pPr>
            <a:r>
              <a:rPr lang="en" sz="3200">
                <a:latin typeface="Roboto Light"/>
                <a:ea typeface="Roboto Light"/>
                <a:cs typeface="Roboto Light"/>
                <a:sym typeface="Roboto Light"/>
              </a:rPr>
              <a:t>Diccionarios y conjuntos</a:t>
            </a:r>
            <a:endParaRPr sz="320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264" name="Google Shape;264;p30"/>
          <p:cNvPicPr preferRelativeResize="0"/>
          <p:nvPr/>
        </p:nvPicPr>
        <p:blipFill rotWithShape="1">
          <a:blip r:embed="rId3">
            <a:alphaModFix/>
          </a:blip>
          <a:srcRect b="-4048" l="-1376" r="-2111" t="-1370"/>
          <a:stretch/>
        </p:blipFill>
        <p:spPr>
          <a:xfrm>
            <a:off x="4661775" y="4723950"/>
            <a:ext cx="9028325" cy="492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1"/>
          <p:cNvSpPr txBox="1"/>
          <p:nvPr>
            <p:ph type="title"/>
          </p:nvPr>
        </p:nvSpPr>
        <p:spPr>
          <a:xfrm>
            <a:off x="1117200" y="1028700"/>
            <a:ext cx="10148700" cy="92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Subconjuntos de listas</a:t>
            </a:r>
            <a:endParaRPr/>
          </a:p>
        </p:txBody>
      </p:sp>
      <p:sp>
        <p:nvSpPr>
          <p:cNvPr id="270" name="Google Shape;270;p31"/>
          <p:cNvSpPr txBox="1"/>
          <p:nvPr>
            <p:ph idx="12" type="sldNum"/>
          </p:nvPr>
        </p:nvSpPr>
        <p:spPr>
          <a:xfrm>
            <a:off x="16912957" y="259302"/>
            <a:ext cx="1097400" cy="7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71" name="Google Shape;27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7125" y="2209800"/>
            <a:ext cx="10953750" cy="586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2"/>
          <p:cNvSpPr txBox="1"/>
          <p:nvPr>
            <p:ph idx="12" type="sldNum"/>
          </p:nvPr>
        </p:nvSpPr>
        <p:spPr>
          <a:xfrm>
            <a:off x="16912957" y="259302"/>
            <a:ext cx="1097400" cy="7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7" name="Google Shape;277;p32"/>
          <p:cNvSpPr txBox="1"/>
          <p:nvPr>
            <p:ph type="title"/>
          </p:nvPr>
        </p:nvSpPr>
        <p:spPr>
          <a:xfrm>
            <a:off x="1117200" y="1028700"/>
            <a:ext cx="5648400" cy="92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Ciclos - </a:t>
            </a:r>
            <a:r>
              <a:rPr b="0" lang="en">
                <a:solidFill>
                  <a:srgbClr val="FF5252"/>
                </a:solidFill>
                <a:highlight>
                  <a:srgbClr val="EEEEEE"/>
                </a:highlight>
              </a:rPr>
              <a:t>while</a:t>
            </a:r>
            <a:endParaRPr b="0">
              <a:solidFill>
                <a:srgbClr val="FF5252"/>
              </a:solidFill>
              <a:highlight>
                <a:srgbClr val="EEEEEE"/>
              </a:highlight>
            </a:endParaRPr>
          </a:p>
        </p:txBody>
      </p:sp>
      <p:sp>
        <p:nvSpPr>
          <p:cNvPr id="278" name="Google Shape;278;p32"/>
          <p:cNvSpPr txBox="1"/>
          <p:nvPr>
            <p:ph idx="4294967295" type="body"/>
          </p:nvPr>
        </p:nvSpPr>
        <p:spPr>
          <a:xfrm>
            <a:off x="776100" y="2400300"/>
            <a:ext cx="16735800" cy="285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Iteración</a:t>
            </a:r>
            <a:r>
              <a:rPr lang="en" sz="30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 significa ejecutar el mismo bloque de código una y otra vez, potencialmente muchas veces. Una estructura de programación que implementa la iteración se denomina bucle o ciclo.</a:t>
            </a:r>
            <a:endParaRPr sz="3000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30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Para un ciclo </a:t>
            </a:r>
            <a:r>
              <a:rPr lang="en" sz="3000">
                <a:solidFill>
                  <a:srgbClr val="FF5252"/>
                </a:solidFill>
                <a:highlight>
                  <a:srgbClr val="EEEEEE"/>
                </a:highlight>
                <a:latin typeface="Roboto"/>
                <a:ea typeface="Roboto"/>
                <a:cs typeface="Roboto"/>
                <a:sym typeface="Roboto"/>
              </a:rPr>
              <a:t>while</a:t>
            </a:r>
            <a:r>
              <a:rPr lang="en" sz="30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, será importante establecer una condición de detención.</a:t>
            </a:r>
            <a:endParaRPr sz="300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279" name="Google Shape;279;p32"/>
          <p:cNvPicPr preferRelativeResize="0"/>
          <p:nvPr/>
        </p:nvPicPr>
        <p:blipFill rotWithShape="1">
          <a:blip r:embed="rId3">
            <a:alphaModFix/>
          </a:blip>
          <a:srcRect b="18134" l="8337" r="9032" t="16800"/>
          <a:stretch/>
        </p:blipFill>
        <p:spPr>
          <a:xfrm>
            <a:off x="3993575" y="4615125"/>
            <a:ext cx="9634275" cy="383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3"/>
          <p:cNvSpPr txBox="1"/>
          <p:nvPr>
            <p:ph idx="12" type="sldNum"/>
          </p:nvPr>
        </p:nvSpPr>
        <p:spPr>
          <a:xfrm>
            <a:off x="16912957" y="259302"/>
            <a:ext cx="1097400" cy="7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5" name="Google Shape;285;p33"/>
          <p:cNvSpPr txBox="1"/>
          <p:nvPr>
            <p:ph type="title"/>
          </p:nvPr>
        </p:nvSpPr>
        <p:spPr>
          <a:xfrm>
            <a:off x="1117200" y="1028700"/>
            <a:ext cx="5648400" cy="92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Ciclos - </a:t>
            </a:r>
            <a:r>
              <a:rPr b="0" lang="en">
                <a:solidFill>
                  <a:srgbClr val="FF5252"/>
                </a:solidFill>
                <a:highlight>
                  <a:srgbClr val="EEEEEE"/>
                </a:highlight>
              </a:rPr>
              <a:t>for</a:t>
            </a:r>
            <a:endParaRPr b="0">
              <a:solidFill>
                <a:srgbClr val="FF5252"/>
              </a:solidFill>
              <a:highlight>
                <a:srgbClr val="EEEEEE"/>
              </a:highlight>
            </a:endParaRPr>
          </a:p>
        </p:txBody>
      </p:sp>
      <p:sp>
        <p:nvSpPr>
          <p:cNvPr id="286" name="Google Shape;286;p33"/>
          <p:cNvSpPr txBox="1"/>
          <p:nvPr>
            <p:ph idx="4294967295" type="body"/>
          </p:nvPr>
        </p:nvSpPr>
        <p:spPr>
          <a:xfrm>
            <a:off x="776100" y="2400300"/>
            <a:ext cx="16735800" cy="285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0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Python tiene un ciclo basado en colecciones o en iteradores. Este tipo de ciclo itera sobre una colección de objetos, en lugar de especificar valores o condiciones numéricos, este ciclo se llama ciclo </a:t>
            </a:r>
            <a:r>
              <a:rPr lang="en" sz="3000">
                <a:solidFill>
                  <a:srgbClr val="FF5252"/>
                </a:solidFill>
                <a:highlight>
                  <a:srgbClr val="EEEEEE"/>
                </a:highlight>
                <a:latin typeface="Roboto"/>
                <a:ea typeface="Roboto"/>
                <a:cs typeface="Roboto"/>
                <a:sym typeface="Roboto"/>
              </a:rPr>
              <a:t>for</a:t>
            </a:r>
            <a:r>
              <a:rPr lang="en" sz="30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3000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87" name="Google Shape;287;p33"/>
          <p:cNvPicPr preferRelativeResize="0"/>
          <p:nvPr/>
        </p:nvPicPr>
        <p:blipFill rotWithShape="1">
          <a:blip r:embed="rId3">
            <a:alphaModFix/>
          </a:blip>
          <a:srcRect b="0" l="0" r="0" t="15590"/>
          <a:stretch/>
        </p:blipFill>
        <p:spPr>
          <a:xfrm>
            <a:off x="2849250" y="4319925"/>
            <a:ext cx="12589500" cy="537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4"/>
          <p:cNvSpPr txBox="1"/>
          <p:nvPr>
            <p:ph idx="1" type="body"/>
          </p:nvPr>
        </p:nvSpPr>
        <p:spPr>
          <a:xfrm>
            <a:off x="2153400" y="4323600"/>
            <a:ext cx="13981200" cy="1639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Funciones</a:t>
            </a:r>
            <a:endParaRPr/>
          </a:p>
        </p:txBody>
      </p:sp>
      <p:sp>
        <p:nvSpPr>
          <p:cNvPr id="293" name="Google Shape;293;p34"/>
          <p:cNvSpPr txBox="1"/>
          <p:nvPr>
            <p:ph idx="12" type="sldNum"/>
          </p:nvPr>
        </p:nvSpPr>
        <p:spPr>
          <a:xfrm>
            <a:off x="16912957" y="259302"/>
            <a:ext cx="1097400" cy="7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94" name="Google Shape;294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7659512" y="9738467"/>
            <a:ext cx="270564" cy="270552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34"/>
          <p:cNvSpPr txBox="1"/>
          <p:nvPr/>
        </p:nvSpPr>
        <p:spPr>
          <a:xfrm rot="-5400000">
            <a:off x="16717200" y="8445300"/>
            <a:ext cx="2155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 sz="1600">
                <a:solidFill>
                  <a:srgbClr val="2E363D"/>
                </a:solidFill>
                <a:latin typeface="Roboto Light"/>
                <a:ea typeface="Roboto Light"/>
                <a:cs typeface="Roboto Light"/>
                <a:sym typeface="Roboto Light"/>
              </a:rPr>
              <a:t>@bubusaurio_rex</a:t>
            </a:r>
            <a:endParaRPr sz="1600">
              <a:solidFill>
                <a:srgbClr val="2E363D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5"/>
          <p:cNvSpPr txBox="1"/>
          <p:nvPr>
            <p:ph idx="12" type="sldNum"/>
          </p:nvPr>
        </p:nvSpPr>
        <p:spPr>
          <a:xfrm>
            <a:off x="16912957" y="259302"/>
            <a:ext cx="1097400" cy="7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1" name="Google Shape;301;p35"/>
          <p:cNvSpPr txBox="1"/>
          <p:nvPr>
            <p:ph type="title"/>
          </p:nvPr>
        </p:nvSpPr>
        <p:spPr>
          <a:xfrm>
            <a:off x="1117200" y="1028700"/>
            <a:ext cx="8051100" cy="92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Funciones</a:t>
            </a:r>
            <a:endParaRPr b="0">
              <a:solidFill>
                <a:srgbClr val="FF5252"/>
              </a:solidFill>
              <a:highlight>
                <a:srgbClr val="EEEEEE"/>
              </a:highlight>
            </a:endParaRPr>
          </a:p>
        </p:txBody>
      </p:sp>
      <p:sp>
        <p:nvSpPr>
          <p:cNvPr id="302" name="Google Shape;302;p35"/>
          <p:cNvSpPr txBox="1"/>
          <p:nvPr>
            <p:ph idx="4294967295" type="body"/>
          </p:nvPr>
        </p:nvSpPr>
        <p:spPr>
          <a:xfrm>
            <a:off x="776100" y="2400300"/>
            <a:ext cx="16735800" cy="285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La manera en la que empaquetamos procesos que ejecutan un bloque completo de código es a través de funciones, la sintaxis de Python es muy sencilla y eficiente para escribir bloques de código de forma ordenada.</a:t>
            </a:r>
            <a:endParaRPr sz="3000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30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La mayoría de los paquetes en Python están conformados por objetos y funciones.</a:t>
            </a:r>
            <a:endParaRPr sz="3000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03" name="Google Shape;303;p35"/>
          <p:cNvPicPr preferRelativeResize="0"/>
          <p:nvPr/>
        </p:nvPicPr>
        <p:blipFill rotWithShape="1">
          <a:blip r:embed="rId3">
            <a:alphaModFix/>
          </a:blip>
          <a:srcRect b="18138" l="7584" r="8985" t="17128"/>
          <a:stretch/>
        </p:blipFill>
        <p:spPr>
          <a:xfrm>
            <a:off x="3141663" y="5253300"/>
            <a:ext cx="12004676" cy="442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6"/>
          <p:cNvSpPr txBox="1"/>
          <p:nvPr>
            <p:ph idx="12" type="sldNum"/>
          </p:nvPr>
        </p:nvSpPr>
        <p:spPr>
          <a:xfrm>
            <a:off x="16912957" y="259302"/>
            <a:ext cx="1097400" cy="7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9" name="Google Shape;309;p36"/>
          <p:cNvSpPr txBox="1"/>
          <p:nvPr>
            <p:ph type="title"/>
          </p:nvPr>
        </p:nvSpPr>
        <p:spPr>
          <a:xfrm>
            <a:off x="1117200" y="1028700"/>
            <a:ext cx="8051100" cy="92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Módulos y paquetes</a:t>
            </a:r>
            <a:endParaRPr b="0">
              <a:solidFill>
                <a:srgbClr val="FF5252"/>
              </a:solidFill>
              <a:highlight>
                <a:srgbClr val="EEEEEE"/>
              </a:highlight>
            </a:endParaRPr>
          </a:p>
        </p:txBody>
      </p:sp>
      <p:sp>
        <p:nvSpPr>
          <p:cNvPr id="310" name="Google Shape;310;p36"/>
          <p:cNvSpPr txBox="1"/>
          <p:nvPr>
            <p:ph idx="4294967295" type="body"/>
          </p:nvPr>
        </p:nvSpPr>
        <p:spPr>
          <a:xfrm>
            <a:off x="776100" y="2400300"/>
            <a:ext cx="16735800" cy="434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Subiendo un nivel más de abstracción en empaquetamiento, podemos crear archivos de código (scripts) en los que podemos empaquetar funciones y objetos más robustos que nos permitan hacer procesamientos más elaborados. Estos se empaquetan en módulos que pueden importarse, y a su vez los módulos pueden agruparse en paquetes.</a:t>
            </a:r>
            <a:endParaRPr sz="3000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30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De manera nativa, Python ya cuenta con diversos módulos en su biblioteca estándar de funciones, que puedes consultar en la documentación oficial: </a:t>
            </a:r>
            <a:r>
              <a:rPr lang="en" sz="30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https://docs.python.org/es/3/library/index.html</a:t>
            </a:r>
            <a:endParaRPr sz="3000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5" name="Google Shape;315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5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37"/>
          <p:cNvSpPr txBox="1"/>
          <p:nvPr>
            <p:ph type="title"/>
          </p:nvPr>
        </p:nvSpPr>
        <p:spPr>
          <a:xfrm>
            <a:off x="4954050" y="2007850"/>
            <a:ext cx="8379900" cy="156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chemeClr val="lt1"/>
                </a:solidFill>
                <a:highlight>
                  <a:schemeClr val="dk1"/>
                </a:highlight>
              </a:rPr>
              <a:t>¡GRACIAS!</a:t>
            </a:r>
            <a:br>
              <a:rPr lang="en" sz="9600">
                <a:highlight>
                  <a:schemeClr val="dk1"/>
                </a:highlight>
              </a:rPr>
            </a:br>
            <a:r>
              <a:rPr b="0" lang="en" sz="4800">
                <a:solidFill>
                  <a:schemeClr val="lt2"/>
                </a:solidFill>
                <a:highlight>
                  <a:schemeClr val="dk1"/>
                </a:highlight>
                <a:latin typeface="Roboto Light"/>
                <a:ea typeface="Roboto Light"/>
                <a:cs typeface="Roboto Light"/>
                <a:sym typeface="Roboto Light"/>
              </a:rPr>
              <a:t>¿Preguntas?</a:t>
            </a:r>
            <a:endParaRPr b="0" sz="4800">
              <a:solidFill>
                <a:schemeClr val="lt2"/>
              </a:solidFill>
              <a:highlight>
                <a:schemeClr val="dk1"/>
              </a:highlight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17" name="Google Shape;317;p37"/>
          <p:cNvSpPr txBox="1"/>
          <p:nvPr>
            <p:ph idx="12" type="sldNum"/>
          </p:nvPr>
        </p:nvSpPr>
        <p:spPr>
          <a:xfrm>
            <a:off x="16912957" y="259302"/>
            <a:ext cx="1097400" cy="7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18" name="Google Shape;318;p37"/>
          <p:cNvGrpSpPr/>
          <p:nvPr/>
        </p:nvGrpSpPr>
        <p:grpSpPr>
          <a:xfrm>
            <a:off x="7160673" y="5693150"/>
            <a:ext cx="6758100" cy="2586000"/>
            <a:chOff x="7209198" y="4518300"/>
            <a:chExt cx="6758100" cy="2586000"/>
          </a:xfrm>
        </p:grpSpPr>
        <p:sp>
          <p:nvSpPr>
            <p:cNvPr id="319" name="Google Shape;319;p37"/>
            <p:cNvSpPr txBox="1"/>
            <p:nvPr/>
          </p:nvSpPr>
          <p:spPr>
            <a:xfrm>
              <a:off x="7209198" y="4518300"/>
              <a:ext cx="6758100" cy="25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82850" lIns="182850" spcFirstLastPara="1" rIns="182850" wrap="square" tIns="182850">
              <a:spAutoFit/>
            </a:bodyPr>
            <a:lstStyle/>
            <a:p>
              <a:pPr indent="-838200" lvl="0" marL="91440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6000"/>
                <a:buFont typeface="Roboto"/>
                <a:buChar char="⌥"/>
              </a:pPr>
              <a:r>
                <a:rPr b="1" lang="en" sz="6000">
                  <a:solidFill>
                    <a:schemeClr val="lt1"/>
                  </a:solidFill>
                  <a:highlight>
                    <a:schemeClr val="dk1"/>
                  </a:highlight>
                  <a:latin typeface="Roboto"/>
                  <a:ea typeface="Roboto"/>
                  <a:cs typeface="Roboto"/>
                  <a:sym typeface="Roboto"/>
                </a:rPr>
                <a:t>David (Bubu)</a:t>
              </a:r>
              <a:r>
                <a:rPr b="1" lang="en" sz="6000">
                  <a:solidFill>
                    <a:srgbClr val="3F3F3F"/>
                  </a:solidFill>
                  <a:highlight>
                    <a:schemeClr val="dk1"/>
                  </a:highlight>
                  <a:latin typeface="Roboto"/>
                  <a:ea typeface="Roboto"/>
                  <a:cs typeface="Roboto"/>
                  <a:sym typeface="Roboto"/>
                </a:rPr>
                <a:t>.</a:t>
              </a:r>
              <a:endParaRPr b="1" sz="6000">
                <a:solidFill>
                  <a:srgbClr val="3F3F3F"/>
                </a:solidFill>
                <a:highlight>
                  <a:schemeClr val="dk1"/>
                </a:highlight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4800">
                  <a:solidFill>
                    <a:schemeClr val="lt1"/>
                  </a:solidFill>
                  <a:highlight>
                    <a:schemeClr val="dk1"/>
                  </a:highlight>
                  <a:latin typeface="Roboto Light"/>
                  <a:ea typeface="Roboto Light"/>
                  <a:cs typeface="Roboto Light"/>
                  <a:sym typeface="Roboto Light"/>
                </a:rPr>
                <a:t>         </a:t>
              </a:r>
              <a:r>
                <a:rPr lang="en" sz="3600">
                  <a:solidFill>
                    <a:schemeClr val="lt1"/>
                  </a:solidFill>
                  <a:highlight>
                    <a:schemeClr val="dk1"/>
                  </a:highlight>
                  <a:latin typeface="Roboto Light"/>
                  <a:ea typeface="Roboto Light"/>
                  <a:cs typeface="Roboto Light"/>
                  <a:sym typeface="Roboto Light"/>
                </a:rPr>
                <a:t>/BubuDavid</a:t>
              </a:r>
              <a:r>
                <a:rPr lang="en" sz="3600">
                  <a:solidFill>
                    <a:srgbClr val="3F3F3F"/>
                  </a:solidFill>
                  <a:highlight>
                    <a:schemeClr val="dk1"/>
                  </a:highlight>
                  <a:latin typeface="Roboto Light"/>
                  <a:ea typeface="Roboto Light"/>
                  <a:cs typeface="Roboto Light"/>
                  <a:sym typeface="Roboto Light"/>
                </a:rPr>
                <a:t>.</a:t>
              </a:r>
              <a:endParaRPr sz="3600">
                <a:solidFill>
                  <a:srgbClr val="3F3F3F"/>
                </a:solidFill>
                <a:highlight>
                  <a:schemeClr val="dk1"/>
                </a:highlight>
                <a:latin typeface="Roboto Light"/>
                <a:ea typeface="Roboto Light"/>
                <a:cs typeface="Roboto Light"/>
                <a:sym typeface="Roboto Ligh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chemeClr val="lt1"/>
                  </a:solidFill>
                  <a:highlight>
                    <a:schemeClr val="dk1"/>
                  </a:highlight>
                  <a:latin typeface="Roboto Light"/>
                  <a:ea typeface="Roboto Light"/>
                  <a:cs typeface="Roboto Light"/>
                  <a:sym typeface="Roboto Light"/>
                </a:rPr>
                <a:t>           @bubusaurio_rex</a:t>
              </a:r>
              <a:r>
                <a:rPr lang="en" sz="3600">
                  <a:solidFill>
                    <a:srgbClr val="3F3F3F"/>
                  </a:solidFill>
                  <a:highlight>
                    <a:schemeClr val="dk1"/>
                  </a:highlight>
                  <a:latin typeface="Roboto Light"/>
                  <a:ea typeface="Roboto Light"/>
                  <a:cs typeface="Roboto Light"/>
                  <a:sym typeface="Roboto Light"/>
                </a:rPr>
                <a:t>.</a:t>
              </a:r>
              <a:endParaRPr sz="3600">
                <a:solidFill>
                  <a:srgbClr val="3F3F3F"/>
                </a:solidFill>
                <a:highlight>
                  <a:schemeClr val="dk1"/>
                </a:highlight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pic>
          <p:nvPicPr>
            <p:cNvPr id="320" name="Google Shape;320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114589" y="5852125"/>
              <a:ext cx="456970" cy="4569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1" name="Google Shape;321;p3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114600" y="6387381"/>
              <a:ext cx="456969" cy="45694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22" name="Google Shape;322;p37"/>
          <p:cNvCxnSpPr/>
          <p:nvPr/>
        </p:nvCxnSpPr>
        <p:spPr>
          <a:xfrm>
            <a:off x="4954050" y="4880925"/>
            <a:ext cx="8379900" cy="0"/>
          </a:xfrm>
          <a:prstGeom prst="straightConnector1">
            <a:avLst/>
          </a:prstGeom>
          <a:noFill/>
          <a:ln cap="flat" cmpd="sng" w="9525">
            <a:solidFill>
              <a:srgbClr val="FBFBFB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23" name="Google Shape;323;p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05877" y="5681900"/>
            <a:ext cx="2608500" cy="26085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Iden template">
  <a:themeElements>
    <a:clrScheme name="Custom 347">
      <a:dk1>
        <a:srgbClr val="2E363D"/>
      </a:dk1>
      <a:lt1>
        <a:srgbClr val="FFFFFF"/>
      </a:lt1>
      <a:dk2>
        <a:srgbClr val="767E85"/>
      </a:dk2>
      <a:lt2>
        <a:srgbClr val="FBFBFB"/>
      </a:lt2>
      <a:accent1>
        <a:srgbClr val="F8E7D5"/>
      </a:accent1>
      <a:accent2>
        <a:srgbClr val="EBC7C1"/>
      </a:accent2>
      <a:accent3>
        <a:srgbClr val="E9F2F9"/>
      </a:accent3>
      <a:accent4>
        <a:srgbClr val="B5CFDA"/>
      </a:accent4>
      <a:accent5>
        <a:srgbClr val="EEEAEA"/>
      </a:accent5>
      <a:accent6>
        <a:srgbClr val="E3E9D3"/>
      </a:accent6>
      <a:hlink>
        <a:srgbClr val="2E363D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